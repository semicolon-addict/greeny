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heme/theme3.xml" ContentType="application/vnd.openxmlformats-officedocument.them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2" r:id="rId5"/>
  </p:sldMasterIdLst>
  <p:notesMasterIdLst>
    <p:notesMasterId r:id="rId11"/>
  </p:notesMasterIdLst>
  <p:sldIdLst>
    <p:sldId id="256" r:id="rId6"/>
    <p:sldId id="2007580304" r:id="rId7"/>
    <p:sldId id="2007580308" r:id="rId8"/>
    <p:sldId id="2007580305" r:id="rId9"/>
    <p:sldId id="278" r:id="rId10"/>
  </p:sldIdLst>
  <p:sldSz cx="9906000" cy="6858000" type="A4"/>
  <p:notesSz cx="7099300" cy="10234613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981" userDrawn="1">
          <p15:clr>
            <a:srgbClr val="A4A3A4"/>
          </p15:clr>
        </p15:guide>
        <p15:guide id="4" orient="horz" pos="4065">
          <p15:clr>
            <a:srgbClr val="A4A3A4"/>
          </p15:clr>
        </p15:guide>
        <p15:guide id="7" orient="horz" pos="4156">
          <p15:clr>
            <a:srgbClr val="A4A3A4"/>
          </p15:clr>
        </p15:guide>
        <p15:guide id="8" orient="horz" pos="2523">
          <p15:clr>
            <a:srgbClr val="A4A3A4"/>
          </p15:clr>
        </p15:guide>
        <p15:guide id="11" pos="172">
          <p15:clr>
            <a:srgbClr val="A4A3A4"/>
          </p15:clr>
        </p15:guide>
        <p15:guide id="13" pos="3075">
          <p15:clr>
            <a:srgbClr val="A4A3A4"/>
          </p15:clr>
        </p15:guide>
        <p15:guide id="14" pos="3301" userDrawn="1">
          <p15:clr>
            <a:srgbClr val="A4A3A4"/>
          </p15:clr>
        </p15:guide>
        <p15:guide id="20" orient="horz" pos="346">
          <p15:clr>
            <a:srgbClr val="A4A3A4"/>
          </p15:clr>
        </p15:guide>
        <p15:guide id="21" orient="horz" pos="572">
          <p15:clr>
            <a:srgbClr val="A4A3A4"/>
          </p15:clr>
        </p15:guide>
        <p15:guide id="22" pos="6068" userDrawn="1">
          <p15:clr>
            <a:srgbClr val="A4A3A4"/>
          </p15:clr>
        </p15:guide>
        <p15:guide id="24" pos="1669">
          <p15:clr>
            <a:srgbClr val="A4A3A4"/>
          </p15:clr>
        </p15:guide>
        <p15:guide id="26" pos="4572">
          <p15:clr>
            <a:srgbClr val="A4A3A4"/>
          </p15:clr>
        </p15:guide>
        <p15:guide id="27" orient="horz" pos="2432">
          <p15:clr>
            <a:srgbClr val="A4A3A4"/>
          </p15:clr>
        </p15:guide>
        <p15:guide id="30" pos="1578" userDrawn="1">
          <p15:clr>
            <a:srgbClr val="A4A3A4"/>
          </p15:clr>
        </p15:guide>
        <p15:guide id="32" pos="4662" userDrawn="1">
          <p15:clr>
            <a:srgbClr val="A4A3A4"/>
          </p15:clr>
        </p15:guide>
        <p15:guide id="33" pos="4576">
          <p15:clr>
            <a:srgbClr val="A4A3A4"/>
          </p15:clr>
        </p15:guide>
        <p15:guide id="34" orient="horz" pos="420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79E635A-4126-B1E6-B25E-52C96220EE4F}" name="Chipasha Lupekesa" initials="CL" userId="S::chipasha@simkap.co.za::6b854c30-0edf-42b7-90c1-fbb798686fb4" providerId="AD"/>
  <p188:author id="{A7669F81-A127-AE07-856C-AAEEFC7652D1}" name="Chipasha Lupekesa" initials="CL" userId="S::Chipasha.Lupekesa@sng.gt.com::b67438f7-cbd2-46e1-ad93-f5e529a2ce9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905E"/>
    <a:srgbClr val="A8D1A3"/>
    <a:srgbClr val="004635"/>
    <a:srgbClr val="22A06C"/>
    <a:srgbClr val="CCEBE4"/>
    <a:srgbClr val="54CBA0"/>
    <a:srgbClr val="A82B64"/>
    <a:srgbClr val="BD5E24"/>
    <a:srgbClr val="646464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98DAA3-3864-4392-B645-344D1771F3FC}" v="7" dt="2026-03-04T20:12:54.358"/>
    <p1510:client id="{BF84F0C7-A57E-419E-A660-7FD2F5E263E0}" v="6" dt="2026-03-04T08:12:28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038" y="75"/>
      </p:cViewPr>
      <p:guideLst>
        <p:guide orient="horz" pos="981"/>
        <p:guide orient="horz" pos="4065"/>
        <p:guide orient="horz" pos="4156"/>
        <p:guide orient="horz" pos="2523"/>
        <p:guide pos="172"/>
        <p:guide pos="3075"/>
        <p:guide pos="3301"/>
        <p:guide orient="horz" pos="346"/>
        <p:guide orient="horz" pos="572"/>
        <p:guide pos="6068"/>
        <p:guide pos="1669"/>
        <p:guide pos="4572"/>
        <p:guide orient="horz" pos="2432"/>
        <p:guide pos="1578"/>
        <p:guide pos="4662"/>
        <p:guide pos="4576"/>
        <p:guide orient="horz" pos="420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luba Chipulu" userId="f3ced1d2-13da-4312-8ea3-1169fdd8f7f3" providerId="ADAL" clId="{0F331AC0-884C-467F-AD4D-8B6CB4111C0A}"/>
    <pc:docChg chg="undo custSel mod addSld delSld modSld modMainMaster">
      <pc:chgData name="Kaluba Chipulu" userId="f3ced1d2-13da-4312-8ea3-1169fdd8f7f3" providerId="ADAL" clId="{0F331AC0-884C-467F-AD4D-8B6CB4111C0A}" dt="2026-03-04T20:16:58.681" v="555" actId="47"/>
      <pc:docMkLst>
        <pc:docMk/>
      </pc:docMkLst>
      <pc:sldChg chg="modSp mod">
        <pc:chgData name="Kaluba Chipulu" userId="f3ced1d2-13da-4312-8ea3-1169fdd8f7f3" providerId="ADAL" clId="{0F331AC0-884C-467F-AD4D-8B6CB4111C0A}" dt="2026-03-04T20:10:24.077" v="84" actId="20577"/>
        <pc:sldMkLst>
          <pc:docMk/>
          <pc:sldMk cId="972097255" sldId="256"/>
        </pc:sldMkLst>
        <pc:spChg chg="mod">
          <ac:chgData name="Kaluba Chipulu" userId="f3ced1d2-13da-4312-8ea3-1169fdd8f7f3" providerId="ADAL" clId="{0F331AC0-884C-467F-AD4D-8B6CB4111C0A}" dt="2026-03-04T08:11:55.660" v="16" actId="20577"/>
          <ac:spMkLst>
            <pc:docMk/>
            <pc:sldMk cId="972097255" sldId="256"/>
            <ac:spMk id="5" creationId="{72AF4998-5F99-CD58-6A7C-39B23F1D86B0}"/>
          </ac:spMkLst>
        </pc:spChg>
        <pc:spChg chg="mod">
          <ac:chgData name="Kaluba Chipulu" userId="f3ced1d2-13da-4312-8ea3-1169fdd8f7f3" providerId="ADAL" clId="{0F331AC0-884C-467F-AD4D-8B6CB4111C0A}" dt="2026-03-04T08:12:18.431" v="42" actId="20577"/>
          <ac:spMkLst>
            <pc:docMk/>
            <pc:sldMk cId="972097255" sldId="256"/>
            <ac:spMk id="6" creationId="{D88868C1-FB33-599F-6DC6-70B8DC409B4A}"/>
          </ac:spMkLst>
        </pc:spChg>
        <pc:spChg chg="mod">
          <ac:chgData name="Kaluba Chipulu" userId="f3ced1d2-13da-4312-8ea3-1169fdd8f7f3" providerId="ADAL" clId="{0F331AC0-884C-467F-AD4D-8B6CB4111C0A}" dt="2026-03-04T20:10:24.077" v="84" actId="20577"/>
          <ac:spMkLst>
            <pc:docMk/>
            <pc:sldMk cId="972097255" sldId="256"/>
            <ac:spMk id="7" creationId="{F2A0BE8B-6825-820A-94F2-1AC41F7B9DCD}"/>
          </ac:spMkLst>
        </pc:spChg>
      </pc:sldChg>
      <pc:sldChg chg="del">
        <pc:chgData name="Kaluba Chipulu" userId="f3ced1d2-13da-4312-8ea3-1169fdd8f7f3" providerId="ADAL" clId="{0F331AC0-884C-467F-AD4D-8B6CB4111C0A}" dt="2026-03-04T20:10:08.753" v="76" actId="47"/>
        <pc:sldMkLst>
          <pc:docMk/>
          <pc:sldMk cId="52956530" sldId="2007580292"/>
        </pc:sldMkLst>
      </pc:sldChg>
      <pc:sldChg chg="del">
        <pc:chgData name="Kaluba Chipulu" userId="f3ced1d2-13da-4312-8ea3-1169fdd8f7f3" providerId="ADAL" clId="{0F331AC0-884C-467F-AD4D-8B6CB4111C0A}" dt="2026-03-04T20:10:08.753" v="76" actId="47"/>
        <pc:sldMkLst>
          <pc:docMk/>
          <pc:sldMk cId="1688842180" sldId="2007580296"/>
        </pc:sldMkLst>
      </pc:sldChg>
      <pc:sldChg chg="delSp modSp mod">
        <pc:chgData name="Kaluba Chipulu" userId="f3ced1d2-13da-4312-8ea3-1169fdd8f7f3" providerId="ADAL" clId="{0F331AC0-884C-467F-AD4D-8B6CB4111C0A}" dt="2026-03-04T20:11:53.107" v="225" actId="478"/>
        <pc:sldMkLst>
          <pc:docMk/>
          <pc:sldMk cId="61140263" sldId="2007580304"/>
        </pc:sldMkLst>
        <pc:spChg chg="del">
          <ac:chgData name="Kaluba Chipulu" userId="f3ced1d2-13da-4312-8ea3-1169fdd8f7f3" providerId="ADAL" clId="{0F331AC0-884C-467F-AD4D-8B6CB4111C0A}" dt="2026-03-04T20:11:51.128" v="224" actId="478"/>
          <ac:spMkLst>
            <pc:docMk/>
            <pc:sldMk cId="61140263" sldId="2007580304"/>
            <ac:spMk id="3" creationId="{93156198-2B49-EFA6-2EFE-6674F13780C0}"/>
          </ac:spMkLst>
        </pc:spChg>
        <pc:spChg chg="mod">
          <ac:chgData name="Kaluba Chipulu" userId="f3ced1d2-13da-4312-8ea3-1169fdd8f7f3" providerId="ADAL" clId="{0F331AC0-884C-467F-AD4D-8B6CB4111C0A}" dt="2026-03-04T20:10:55.426" v="108" actId="20577"/>
          <ac:spMkLst>
            <pc:docMk/>
            <pc:sldMk cId="61140263" sldId="2007580304"/>
            <ac:spMk id="4" creationId="{0F5C31CB-B617-3ACD-AECD-EE7EFC01A895}"/>
          </ac:spMkLst>
        </pc:spChg>
        <pc:spChg chg="mod">
          <ac:chgData name="Kaluba Chipulu" userId="f3ced1d2-13da-4312-8ea3-1169fdd8f7f3" providerId="ADAL" clId="{0F331AC0-884C-467F-AD4D-8B6CB4111C0A}" dt="2026-03-04T20:11:41.831" v="223" actId="6549"/>
          <ac:spMkLst>
            <pc:docMk/>
            <pc:sldMk cId="61140263" sldId="2007580304"/>
            <ac:spMk id="5" creationId="{B900F7A8-83FB-AA78-753A-55F3B982C44E}"/>
          </ac:spMkLst>
        </pc:spChg>
        <pc:spChg chg="del">
          <ac:chgData name="Kaluba Chipulu" userId="f3ced1d2-13da-4312-8ea3-1169fdd8f7f3" providerId="ADAL" clId="{0F331AC0-884C-467F-AD4D-8B6CB4111C0A}" dt="2026-03-04T20:11:51.128" v="224" actId="478"/>
          <ac:spMkLst>
            <pc:docMk/>
            <pc:sldMk cId="61140263" sldId="2007580304"/>
            <ac:spMk id="10" creationId="{552BE2D8-2B45-9C53-215A-F86AA49D6643}"/>
          </ac:spMkLst>
        </pc:spChg>
        <pc:spChg chg="del">
          <ac:chgData name="Kaluba Chipulu" userId="f3ced1d2-13da-4312-8ea3-1169fdd8f7f3" providerId="ADAL" clId="{0F331AC0-884C-467F-AD4D-8B6CB4111C0A}" dt="2026-03-04T20:11:53.107" v="225" actId="478"/>
          <ac:spMkLst>
            <pc:docMk/>
            <pc:sldMk cId="61140263" sldId="2007580304"/>
            <ac:spMk id="12" creationId="{BA484E63-EB85-A83E-604F-ADB1DD6B44EB}"/>
          </ac:spMkLst>
        </pc:spChg>
        <pc:grpChg chg="del">
          <ac:chgData name="Kaluba Chipulu" userId="f3ced1d2-13da-4312-8ea3-1169fdd8f7f3" providerId="ADAL" clId="{0F331AC0-884C-467F-AD4D-8B6CB4111C0A}" dt="2026-03-04T20:11:51.128" v="224" actId="478"/>
          <ac:grpSpMkLst>
            <pc:docMk/>
            <pc:sldMk cId="61140263" sldId="2007580304"/>
            <ac:grpSpMk id="177" creationId="{D3714505-79E4-0B96-1ABA-A771DD1F405D}"/>
          </ac:grpSpMkLst>
        </pc:grpChg>
      </pc:sldChg>
      <pc:sldChg chg="delSp modSp mod">
        <pc:chgData name="Kaluba Chipulu" userId="f3ced1d2-13da-4312-8ea3-1169fdd8f7f3" providerId="ADAL" clId="{0F331AC0-884C-467F-AD4D-8B6CB4111C0A}" dt="2026-03-04T20:13:46.633" v="243" actId="1076"/>
        <pc:sldMkLst>
          <pc:docMk/>
          <pc:sldMk cId="2958470274" sldId="2007580305"/>
        </pc:sldMkLst>
        <pc:spChg chg="mod">
          <ac:chgData name="Kaluba Chipulu" userId="f3ced1d2-13da-4312-8ea3-1169fdd8f7f3" providerId="ADAL" clId="{0F331AC0-884C-467F-AD4D-8B6CB4111C0A}" dt="2026-03-04T20:13:46.633" v="243" actId="1076"/>
          <ac:spMkLst>
            <pc:docMk/>
            <pc:sldMk cId="2958470274" sldId="2007580305"/>
            <ac:spMk id="3" creationId="{79C89105-1B1B-0E08-0E1A-0591CCECA113}"/>
          </ac:spMkLst>
        </pc:spChg>
        <pc:spChg chg="mod">
          <ac:chgData name="Kaluba Chipulu" userId="f3ced1d2-13da-4312-8ea3-1169fdd8f7f3" providerId="ADAL" clId="{0F331AC0-884C-467F-AD4D-8B6CB4111C0A}" dt="2026-03-04T20:12:00.063" v="226" actId="6549"/>
          <ac:spMkLst>
            <pc:docMk/>
            <pc:sldMk cId="2958470274" sldId="2007580305"/>
            <ac:spMk id="4" creationId="{FA7A44CA-A451-EC6B-9791-3BC16471030B}"/>
          </ac:spMkLst>
        </pc:spChg>
        <pc:spChg chg="mod">
          <ac:chgData name="Kaluba Chipulu" userId="f3ced1d2-13da-4312-8ea3-1169fdd8f7f3" providerId="ADAL" clId="{0F331AC0-884C-467F-AD4D-8B6CB4111C0A}" dt="2026-03-04T20:13:46.633" v="243" actId="1076"/>
          <ac:spMkLst>
            <pc:docMk/>
            <pc:sldMk cId="2958470274" sldId="2007580305"/>
            <ac:spMk id="8" creationId="{2A664961-A1BA-7940-3FBF-CA539F1D8926}"/>
          </ac:spMkLst>
        </pc:spChg>
        <pc:spChg chg="del">
          <ac:chgData name="Kaluba Chipulu" userId="f3ced1d2-13da-4312-8ea3-1169fdd8f7f3" providerId="ADAL" clId="{0F331AC0-884C-467F-AD4D-8B6CB4111C0A}" dt="2026-03-04T20:13:35.387" v="241" actId="478"/>
          <ac:spMkLst>
            <pc:docMk/>
            <pc:sldMk cId="2958470274" sldId="2007580305"/>
            <ac:spMk id="9" creationId="{EB62D1AF-86FF-2BC7-D871-9E59E21B7EF7}"/>
          </ac:spMkLst>
        </pc:spChg>
        <pc:spChg chg="mod">
          <ac:chgData name="Kaluba Chipulu" userId="f3ced1d2-13da-4312-8ea3-1169fdd8f7f3" providerId="ADAL" clId="{0F331AC0-884C-467F-AD4D-8B6CB4111C0A}" dt="2026-03-04T20:13:46.633" v="243" actId="1076"/>
          <ac:spMkLst>
            <pc:docMk/>
            <pc:sldMk cId="2958470274" sldId="2007580305"/>
            <ac:spMk id="10" creationId="{6276003B-0808-8FD5-07DD-4F5793FE0056}"/>
          </ac:spMkLst>
        </pc:spChg>
        <pc:spChg chg="mod">
          <ac:chgData name="Kaluba Chipulu" userId="f3ced1d2-13da-4312-8ea3-1169fdd8f7f3" providerId="ADAL" clId="{0F331AC0-884C-467F-AD4D-8B6CB4111C0A}" dt="2026-03-04T20:13:46.633" v="243" actId="1076"/>
          <ac:spMkLst>
            <pc:docMk/>
            <pc:sldMk cId="2958470274" sldId="2007580305"/>
            <ac:spMk id="11" creationId="{FB573C58-237C-C512-E07D-99071268C949}"/>
          </ac:spMkLst>
        </pc:spChg>
        <pc:spChg chg="mod">
          <ac:chgData name="Kaluba Chipulu" userId="f3ced1d2-13da-4312-8ea3-1169fdd8f7f3" providerId="ADAL" clId="{0F331AC0-884C-467F-AD4D-8B6CB4111C0A}" dt="2026-03-04T20:13:46.633" v="243" actId="1076"/>
          <ac:spMkLst>
            <pc:docMk/>
            <pc:sldMk cId="2958470274" sldId="2007580305"/>
            <ac:spMk id="12" creationId="{BB7A1CDB-61EE-DFFE-E8B5-3ACA46E19BEA}"/>
          </ac:spMkLst>
        </pc:spChg>
        <pc:spChg chg="mod">
          <ac:chgData name="Kaluba Chipulu" userId="f3ced1d2-13da-4312-8ea3-1169fdd8f7f3" providerId="ADAL" clId="{0F331AC0-884C-467F-AD4D-8B6CB4111C0A}" dt="2026-03-04T20:13:46.633" v="243" actId="1076"/>
          <ac:spMkLst>
            <pc:docMk/>
            <pc:sldMk cId="2958470274" sldId="2007580305"/>
            <ac:spMk id="13" creationId="{85224FFC-ED4F-D76E-B4E0-86B3132B71DF}"/>
          </ac:spMkLst>
        </pc:spChg>
        <pc:spChg chg="mod">
          <ac:chgData name="Kaluba Chipulu" userId="f3ced1d2-13da-4312-8ea3-1169fdd8f7f3" providerId="ADAL" clId="{0F331AC0-884C-467F-AD4D-8B6CB4111C0A}" dt="2026-03-04T20:13:46.633" v="243" actId="1076"/>
          <ac:spMkLst>
            <pc:docMk/>
            <pc:sldMk cId="2958470274" sldId="2007580305"/>
            <ac:spMk id="14" creationId="{663B9DB6-C969-F0B9-F6EF-33AD7A1FCAF5}"/>
          </ac:spMkLst>
        </pc:spChg>
        <pc:spChg chg="del">
          <ac:chgData name="Kaluba Chipulu" userId="f3ced1d2-13da-4312-8ea3-1169fdd8f7f3" providerId="ADAL" clId="{0F331AC0-884C-467F-AD4D-8B6CB4111C0A}" dt="2026-03-04T20:13:41.819" v="242" actId="478"/>
          <ac:spMkLst>
            <pc:docMk/>
            <pc:sldMk cId="2958470274" sldId="2007580305"/>
            <ac:spMk id="15" creationId="{84312F1F-73F4-86B5-5E49-01FFF158C4D3}"/>
          </ac:spMkLst>
        </pc:spChg>
      </pc:sldChg>
      <pc:sldChg chg="del">
        <pc:chgData name="Kaluba Chipulu" userId="f3ced1d2-13da-4312-8ea3-1169fdd8f7f3" providerId="ADAL" clId="{0F331AC0-884C-467F-AD4D-8B6CB4111C0A}" dt="2026-03-04T20:10:08.753" v="76" actId="47"/>
        <pc:sldMkLst>
          <pc:docMk/>
          <pc:sldMk cId="2729880045" sldId="2007580306"/>
        </pc:sldMkLst>
      </pc:sldChg>
      <pc:sldChg chg="del">
        <pc:chgData name="Kaluba Chipulu" userId="f3ced1d2-13da-4312-8ea3-1169fdd8f7f3" providerId="ADAL" clId="{0F331AC0-884C-467F-AD4D-8B6CB4111C0A}" dt="2026-03-04T20:16:58.681" v="555" actId="47"/>
        <pc:sldMkLst>
          <pc:docMk/>
          <pc:sldMk cId="1914981228" sldId="2007580307"/>
        </pc:sldMkLst>
      </pc:sldChg>
      <pc:sldChg chg="modSp add mod">
        <pc:chgData name="Kaluba Chipulu" userId="f3ced1d2-13da-4312-8ea3-1169fdd8f7f3" providerId="ADAL" clId="{0F331AC0-884C-467F-AD4D-8B6CB4111C0A}" dt="2026-03-04T20:16:53.467" v="554" actId="20577"/>
        <pc:sldMkLst>
          <pc:docMk/>
          <pc:sldMk cId="1837782651" sldId="2007580308"/>
        </pc:sldMkLst>
        <pc:spChg chg="mod">
          <ac:chgData name="Kaluba Chipulu" userId="f3ced1d2-13da-4312-8ea3-1169fdd8f7f3" providerId="ADAL" clId="{0F331AC0-884C-467F-AD4D-8B6CB4111C0A}" dt="2026-03-04T20:12:58.494" v="240" actId="20577"/>
          <ac:spMkLst>
            <pc:docMk/>
            <pc:sldMk cId="1837782651" sldId="2007580308"/>
            <ac:spMk id="4" creationId="{A69B92EB-B656-114B-F67E-DA5489931CA8}"/>
          </ac:spMkLst>
        </pc:spChg>
        <pc:spChg chg="mod">
          <ac:chgData name="Kaluba Chipulu" userId="f3ced1d2-13da-4312-8ea3-1169fdd8f7f3" providerId="ADAL" clId="{0F331AC0-884C-467F-AD4D-8B6CB4111C0A}" dt="2026-03-04T20:16:53.467" v="554" actId="20577"/>
          <ac:spMkLst>
            <pc:docMk/>
            <pc:sldMk cId="1837782651" sldId="2007580308"/>
            <ac:spMk id="5" creationId="{9D1CB1D8-3DAD-4801-2BF3-29A51EB4558B}"/>
          </ac:spMkLst>
        </pc:spChg>
      </pc:sldChg>
      <pc:sldChg chg="del">
        <pc:chgData name="Kaluba Chipulu" userId="f3ced1d2-13da-4312-8ea3-1169fdd8f7f3" providerId="ADAL" clId="{0F331AC0-884C-467F-AD4D-8B6CB4111C0A}" dt="2026-03-04T20:10:08.753" v="76" actId="47"/>
        <pc:sldMkLst>
          <pc:docMk/>
          <pc:sldMk cId="1451128886" sldId="2007580361"/>
        </pc:sldMkLst>
      </pc:sldChg>
      <pc:sldChg chg="del">
        <pc:chgData name="Kaluba Chipulu" userId="f3ced1d2-13da-4312-8ea3-1169fdd8f7f3" providerId="ADAL" clId="{0F331AC0-884C-467F-AD4D-8B6CB4111C0A}" dt="2026-03-04T20:10:08.753" v="76" actId="47"/>
        <pc:sldMkLst>
          <pc:docMk/>
          <pc:sldMk cId="3929936421" sldId="2007580410"/>
        </pc:sldMkLst>
      </pc:sldChg>
      <pc:sldChg chg="del">
        <pc:chgData name="Kaluba Chipulu" userId="f3ced1d2-13da-4312-8ea3-1169fdd8f7f3" providerId="ADAL" clId="{0F331AC0-884C-467F-AD4D-8B6CB4111C0A}" dt="2026-03-04T20:10:08.753" v="76" actId="47"/>
        <pc:sldMkLst>
          <pc:docMk/>
          <pc:sldMk cId="1345730238" sldId="2007580411"/>
        </pc:sldMkLst>
      </pc:sldChg>
      <pc:sldChg chg="del">
        <pc:chgData name="Kaluba Chipulu" userId="f3ced1d2-13da-4312-8ea3-1169fdd8f7f3" providerId="ADAL" clId="{0F331AC0-884C-467F-AD4D-8B6CB4111C0A}" dt="2026-03-04T20:10:08.753" v="76" actId="47"/>
        <pc:sldMkLst>
          <pc:docMk/>
          <pc:sldMk cId="2448308388" sldId="2007580412"/>
        </pc:sldMkLst>
      </pc:sldChg>
      <pc:sldChg chg="add del">
        <pc:chgData name="Kaluba Chipulu" userId="f3ced1d2-13da-4312-8ea3-1169fdd8f7f3" providerId="ADAL" clId="{0F331AC0-884C-467F-AD4D-8B6CB4111C0A}" dt="2026-03-04T08:13:54.550" v="52" actId="47"/>
        <pc:sldMkLst>
          <pc:docMk/>
          <pc:sldMk cId="1019289709" sldId="2007580439"/>
        </pc:sldMkLst>
      </pc:sldChg>
      <pc:sldChg chg="del">
        <pc:chgData name="Kaluba Chipulu" userId="f3ced1d2-13da-4312-8ea3-1169fdd8f7f3" providerId="ADAL" clId="{0F331AC0-884C-467F-AD4D-8B6CB4111C0A}" dt="2026-03-04T20:10:08.753" v="76" actId="47"/>
        <pc:sldMkLst>
          <pc:docMk/>
          <pc:sldMk cId="2829013170" sldId="2007580440"/>
        </pc:sldMkLst>
      </pc:sldChg>
      <pc:sldChg chg="del">
        <pc:chgData name="Kaluba Chipulu" userId="f3ced1d2-13da-4312-8ea3-1169fdd8f7f3" providerId="ADAL" clId="{0F331AC0-884C-467F-AD4D-8B6CB4111C0A}" dt="2026-03-04T20:10:08.753" v="76" actId="47"/>
        <pc:sldMkLst>
          <pc:docMk/>
          <pc:sldMk cId="1766186652" sldId="2007580441"/>
        </pc:sldMkLst>
      </pc:sldChg>
      <pc:sldChg chg="del">
        <pc:chgData name="Kaluba Chipulu" userId="f3ced1d2-13da-4312-8ea3-1169fdd8f7f3" providerId="ADAL" clId="{0F331AC0-884C-467F-AD4D-8B6CB4111C0A}" dt="2026-03-04T20:10:08.753" v="76" actId="47"/>
        <pc:sldMkLst>
          <pc:docMk/>
          <pc:sldMk cId="907720770" sldId="2007580443"/>
        </pc:sldMkLst>
      </pc:sldChg>
      <pc:sldChg chg="del">
        <pc:chgData name="Kaluba Chipulu" userId="f3ced1d2-13da-4312-8ea3-1169fdd8f7f3" providerId="ADAL" clId="{0F331AC0-884C-467F-AD4D-8B6CB4111C0A}" dt="2026-03-04T20:10:08.753" v="76" actId="47"/>
        <pc:sldMkLst>
          <pc:docMk/>
          <pc:sldMk cId="4030538067" sldId="2007580444"/>
        </pc:sldMkLst>
      </pc:sldChg>
      <pc:sldChg chg="del">
        <pc:chgData name="Kaluba Chipulu" userId="f3ced1d2-13da-4312-8ea3-1169fdd8f7f3" providerId="ADAL" clId="{0F331AC0-884C-467F-AD4D-8B6CB4111C0A}" dt="2026-03-04T20:10:08.753" v="76" actId="47"/>
        <pc:sldMkLst>
          <pc:docMk/>
          <pc:sldMk cId="2985498414" sldId="2007580445"/>
        </pc:sldMkLst>
      </pc:sldChg>
      <pc:sldChg chg="del">
        <pc:chgData name="Kaluba Chipulu" userId="f3ced1d2-13da-4312-8ea3-1169fdd8f7f3" providerId="ADAL" clId="{0F331AC0-884C-467F-AD4D-8B6CB4111C0A}" dt="2026-03-04T20:10:08.753" v="76" actId="47"/>
        <pc:sldMkLst>
          <pc:docMk/>
          <pc:sldMk cId="799221587" sldId="2007580446"/>
        </pc:sldMkLst>
      </pc:sldChg>
      <pc:sldChg chg="del">
        <pc:chgData name="Kaluba Chipulu" userId="f3ced1d2-13da-4312-8ea3-1169fdd8f7f3" providerId="ADAL" clId="{0F331AC0-884C-467F-AD4D-8B6CB4111C0A}" dt="2026-03-04T20:10:08.753" v="76" actId="47"/>
        <pc:sldMkLst>
          <pc:docMk/>
          <pc:sldMk cId="2519332668" sldId="2007580447"/>
        </pc:sldMkLst>
      </pc:sldChg>
      <pc:sldChg chg="del">
        <pc:chgData name="Kaluba Chipulu" userId="f3ced1d2-13da-4312-8ea3-1169fdd8f7f3" providerId="ADAL" clId="{0F331AC0-884C-467F-AD4D-8B6CB4111C0A}" dt="2026-03-04T20:10:08.753" v="76" actId="47"/>
        <pc:sldMkLst>
          <pc:docMk/>
          <pc:sldMk cId="392134412" sldId="2007580448"/>
        </pc:sldMkLst>
      </pc:sldChg>
      <pc:sldChg chg="del">
        <pc:chgData name="Kaluba Chipulu" userId="f3ced1d2-13da-4312-8ea3-1169fdd8f7f3" providerId="ADAL" clId="{0F331AC0-884C-467F-AD4D-8B6CB4111C0A}" dt="2026-03-04T20:10:08.753" v="76" actId="47"/>
        <pc:sldMkLst>
          <pc:docMk/>
          <pc:sldMk cId="3818621294" sldId="2007580449"/>
        </pc:sldMkLst>
      </pc:sldChg>
      <pc:sldMasterChg chg="delSp modSp mod modSldLayout">
        <pc:chgData name="Kaluba Chipulu" userId="f3ced1d2-13da-4312-8ea3-1169fdd8f7f3" providerId="ADAL" clId="{0F331AC0-884C-467F-AD4D-8B6CB4111C0A}" dt="2026-03-04T20:12:54.358" v="234"/>
        <pc:sldMasterMkLst>
          <pc:docMk/>
          <pc:sldMasterMk cId="1775388979" sldId="2147483648"/>
        </pc:sldMasterMkLst>
        <pc:spChg chg="mod">
          <ac:chgData name="Kaluba Chipulu" userId="f3ced1d2-13da-4312-8ea3-1169fdd8f7f3" providerId="ADAL" clId="{0F331AC0-884C-467F-AD4D-8B6CB4111C0A}" dt="2026-03-04T10:34:51.962" v="75" actId="20577"/>
          <ac:spMkLst>
            <pc:docMk/>
            <pc:sldMasterMk cId="1775388979" sldId="2147483648"/>
            <ac:spMk id="4" creationId="{719FB695-3B7F-9BE0-2D09-E5C66297DD10}"/>
          </ac:spMkLst>
        </pc:spChg>
        <pc:spChg chg="mod">
          <ac:chgData name="Kaluba Chipulu" userId="f3ced1d2-13da-4312-8ea3-1169fdd8f7f3" providerId="ADAL" clId="{0F331AC0-884C-467F-AD4D-8B6CB4111C0A}" dt="2026-03-04T10:34:40.677" v="56" actId="20577"/>
          <ac:spMkLst>
            <pc:docMk/>
            <pc:sldMasterMk cId="1775388979" sldId="2147483648"/>
            <ac:spMk id="7" creationId="{00000000-0000-0000-0000-000000000000}"/>
          </ac:spMkLst>
        </pc:spChg>
        <pc:spChg chg="del">
          <ac:chgData name="Kaluba Chipulu" userId="f3ced1d2-13da-4312-8ea3-1169fdd8f7f3" providerId="ADAL" clId="{0F331AC0-884C-467F-AD4D-8B6CB4111C0A}" dt="2026-03-04T08:07:48.245" v="0" actId="33475"/>
          <ac:spMkLst>
            <pc:docMk/>
            <pc:sldMasterMk cId="1775388979" sldId="2147483648"/>
            <ac:spMk id="8" creationId="{6D8E1299-E251-B1F0-0D9D-E6846A2EEFB9}"/>
          </ac:spMkLst>
        </pc:spChg>
        <pc:sldLayoutChg chg="delSp mod">
          <pc:chgData name="Kaluba Chipulu" userId="f3ced1d2-13da-4312-8ea3-1169fdd8f7f3" providerId="ADAL" clId="{0F331AC0-884C-467F-AD4D-8B6CB4111C0A}" dt="2026-03-04T10:34:35.251" v="54" actId="478"/>
          <pc:sldLayoutMkLst>
            <pc:docMk/>
            <pc:sldMasterMk cId="1775388979" sldId="2147483648"/>
            <pc:sldLayoutMk cId="3067344415" sldId="2147483656"/>
          </pc:sldLayoutMkLst>
          <pc:spChg chg="del">
            <ac:chgData name="Kaluba Chipulu" userId="f3ced1d2-13da-4312-8ea3-1169fdd8f7f3" providerId="ADAL" clId="{0F331AC0-884C-467F-AD4D-8B6CB4111C0A}" dt="2026-03-04T10:34:35.251" v="54" actId="478"/>
            <ac:spMkLst>
              <pc:docMk/>
              <pc:sldMasterMk cId="1775388979" sldId="2147483648"/>
              <pc:sldLayoutMk cId="3067344415" sldId="2147483656"/>
              <ac:spMk id="18" creationId="{1D0EFD81-78CE-27E6-112E-320C1BDACEB1}"/>
            </ac:spMkLst>
          </pc:spChg>
          <pc:grpChg chg="del">
            <ac:chgData name="Kaluba Chipulu" userId="f3ced1d2-13da-4312-8ea3-1169fdd8f7f3" providerId="ADAL" clId="{0F331AC0-884C-467F-AD4D-8B6CB4111C0A}" dt="2026-03-04T10:34:33.100" v="53" actId="478"/>
            <ac:grpSpMkLst>
              <pc:docMk/>
              <pc:sldMasterMk cId="1775388979" sldId="2147483648"/>
              <pc:sldLayoutMk cId="3067344415" sldId="2147483656"/>
              <ac:grpSpMk id="4" creationId="{2182FE6C-30FC-2C50-F20E-A72716AC3CFE}"/>
            </ac:grpSpMkLst>
          </pc:grpChg>
        </pc:sldLayoutChg>
        <pc:sldLayoutChg chg="addSp delSp modSp mod">
          <pc:chgData name="Kaluba Chipulu" userId="f3ced1d2-13da-4312-8ea3-1169fdd8f7f3" providerId="ADAL" clId="{0F331AC0-884C-467F-AD4D-8B6CB4111C0A}" dt="2026-03-04T08:12:28.326" v="51"/>
          <pc:sldLayoutMkLst>
            <pc:docMk/>
            <pc:sldMasterMk cId="1775388979" sldId="2147483648"/>
            <pc:sldLayoutMk cId="3556423682" sldId="2147483660"/>
          </pc:sldLayoutMkLst>
          <pc:spChg chg="add mod modVis">
            <ac:chgData name="Kaluba Chipulu" userId="f3ced1d2-13da-4312-8ea3-1169fdd8f7f3" providerId="ADAL" clId="{0F331AC0-884C-467F-AD4D-8B6CB4111C0A}" dt="2026-03-04T08:12:28.326" v="51"/>
            <ac:spMkLst>
              <pc:docMk/>
              <pc:sldMasterMk cId="1775388979" sldId="2147483648"/>
              <pc:sldLayoutMk cId="3556423682" sldId="2147483660"/>
              <ac:spMk id="2" creationId="{B71FE9B2-D4B3-36CA-E231-34FE7E142278}"/>
            </ac:spMkLst>
          </pc:spChg>
          <pc:spChg chg="del">
            <ac:chgData name="Kaluba Chipulu" userId="f3ced1d2-13da-4312-8ea3-1169fdd8f7f3" providerId="ADAL" clId="{0F331AC0-884C-467F-AD4D-8B6CB4111C0A}" dt="2026-03-04T08:12:28.301" v="45"/>
            <ac:spMkLst>
              <pc:docMk/>
              <pc:sldMasterMk cId="1775388979" sldId="2147483648"/>
              <pc:sldLayoutMk cId="3556423682" sldId="2147483660"/>
              <ac:spMk id="5" creationId="{6BC6F859-D9A1-B7C8-0C8B-610A19274923}"/>
            </ac:spMkLst>
          </pc:spChg>
        </pc:sldLayoutChg>
        <pc:sldLayoutChg chg="addSp delSp modSp mod">
          <pc:chgData name="Kaluba Chipulu" userId="f3ced1d2-13da-4312-8ea3-1169fdd8f7f3" providerId="ADAL" clId="{0F331AC0-884C-467F-AD4D-8B6CB4111C0A}" dt="2026-03-04T20:12:54.358" v="234"/>
          <pc:sldLayoutMkLst>
            <pc:docMk/>
            <pc:sldMasterMk cId="1775388979" sldId="2147483648"/>
            <pc:sldLayoutMk cId="44981400" sldId="2147483700"/>
          </pc:sldLayoutMkLst>
          <pc:spChg chg="add mod modVis">
            <ac:chgData name="Kaluba Chipulu" userId="f3ced1d2-13da-4312-8ea3-1169fdd8f7f3" providerId="ADAL" clId="{0F331AC0-884C-467F-AD4D-8B6CB4111C0A}" dt="2026-03-04T20:12:54.358" v="234"/>
            <ac:spMkLst>
              <pc:docMk/>
              <pc:sldMasterMk cId="1775388979" sldId="2147483648"/>
              <pc:sldLayoutMk cId="44981400" sldId="2147483700"/>
              <ac:spMk id="2" creationId="{02D05382-F446-7ADF-3B4E-45653D749649}"/>
            </ac:spMkLst>
          </pc:spChg>
          <pc:spChg chg="del">
            <ac:chgData name="Kaluba Chipulu" userId="f3ced1d2-13da-4312-8ea3-1169fdd8f7f3" providerId="ADAL" clId="{0F331AC0-884C-467F-AD4D-8B6CB4111C0A}" dt="2026-03-04T20:12:54.323" v="228"/>
            <ac:spMkLst>
              <pc:docMk/>
              <pc:sldMasterMk cId="1775388979" sldId="2147483648"/>
              <pc:sldLayoutMk cId="44981400" sldId="2147483700"/>
              <ac:spMk id="17" creationId="{E027A1FE-3718-EA7F-5CDD-26E42F1D0380}"/>
            </ac:spMkLst>
          </pc:spChg>
        </pc:sldLayoutChg>
      </pc:sldMasterChg>
      <pc:sldMasterChg chg="delSp mod">
        <pc:chgData name="Kaluba Chipulu" userId="f3ced1d2-13da-4312-8ea3-1169fdd8f7f3" providerId="ADAL" clId="{0F331AC0-884C-467F-AD4D-8B6CB4111C0A}" dt="2026-03-04T08:07:48.245" v="0" actId="33475"/>
        <pc:sldMasterMkLst>
          <pc:docMk/>
          <pc:sldMasterMk cId="1454398791" sldId="2147483662"/>
        </pc:sldMasterMkLst>
        <pc:spChg chg="del">
          <ac:chgData name="Kaluba Chipulu" userId="f3ced1d2-13da-4312-8ea3-1169fdd8f7f3" providerId="ADAL" clId="{0F331AC0-884C-467F-AD4D-8B6CB4111C0A}" dt="2026-03-04T08:07:48.245" v="0" actId="33475"/>
          <ac:spMkLst>
            <pc:docMk/>
            <pc:sldMasterMk cId="1454398791" sldId="2147483662"/>
            <ac:spMk id="5" creationId="{E55A6074-3BAA-4700-731A-2DB71220AEA9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4" cy="511730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4" cy="511730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r">
              <a:defRPr sz="1200"/>
            </a:lvl1pPr>
          </a:lstStyle>
          <a:p>
            <a:fld id="{583C87CB-4DB5-4F0C-88C6-DAE758734069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768350"/>
            <a:ext cx="554355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2" tIns="47311" rIns="94622" bIns="47311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2"/>
            <a:ext cx="5679440" cy="4605576"/>
          </a:xfrm>
          <a:prstGeom prst="rect">
            <a:avLst/>
          </a:prstGeom>
        </p:spPr>
        <p:txBody>
          <a:bodyPr vert="horz" lIns="94622" tIns="47311" rIns="94622" bIns="4731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4" cy="511730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4" cy="511730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r">
              <a:defRPr sz="1200"/>
            </a:lvl1pPr>
          </a:lstStyle>
          <a:p>
            <a:fld id="{4CED1FC8-2C35-4D04-9452-DFA2FCDA28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866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4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9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4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9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0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74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95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5" Type="http://schemas.openxmlformats.org/officeDocument/2006/relationships/tags" Target="../tags/tag109.xml"/><Relationship Id="rId10" Type="http://schemas.openxmlformats.org/officeDocument/2006/relationships/tags" Target="../tags/tag114.xml"/><Relationship Id="rId4" Type="http://schemas.openxmlformats.org/officeDocument/2006/relationships/tags" Target="../tags/tag108.xml"/><Relationship Id="rId9" Type="http://schemas.openxmlformats.org/officeDocument/2006/relationships/tags" Target="../tags/tag113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tags" Target="../tags/tag128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5" Type="http://schemas.openxmlformats.org/officeDocument/2006/relationships/tags" Target="../tags/tag120.xml"/><Relationship Id="rId15" Type="http://schemas.openxmlformats.org/officeDocument/2006/relationships/slideMaster" Target="../slideMasters/slideMaster2.xml"/><Relationship Id="rId10" Type="http://schemas.openxmlformats.org/officeDocument/2006/relationships/tags" Target="../tags/tag125.xml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tags" Target="../tags/tag129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4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5" Type="http://schemas.openxmlformats.org/officeDocument/2006/relationships/image" Target="../media/image7.jpeg"/><Relationship Id="rId4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4" Type="http://schemas.openxmlformats.org/officeDocument/2006/relationships/image" Target="../media/image7.jpe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Bamboo and grasses">
            <a:extLst>
              <a:ext uri="{FF2B5EF4-FFF2-40B4-BE49-F238E27FC236}">
                <a16:creationId xmlns:a16="http://schemas.microsoft.com/office/drawing/2014/main" id="{5F24DE32-BEBF-214C-3CC2-69F5DA7DB3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0" y="5301208"/>
            <a:ext cx="9905999" cy="1312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"/>
          <p:cNvSpPr/>
          <p:nvPr userDrawn="1"/>
        </p:nvSpPr>
        <p:spPr bwMode="gray">
          <a:xfrm>
            <a:off x="0" y="500042"/>
            <a:ext cx="9906000" cy="180000"/>
          </a:xfrm>
          <a:prstGeom prst="rect">
            <a:avLst/>
          </a:prstGeom>
          <a:solidFill>
            <a:schemeClr val="bg1"/>
          </a:solidFill>
          <a:ln w="3175" algn="ctr">
            <a:noFill/>
            <a:miter lim="800000"/>
            <a:headEnd/>
            <a:tailEnd/>
          </a:ln>
          <a:effectLst/>
        </p:spPr>
        <p:txBody>
          <a:bodyPr vert="horz" wrap="none" lIns="54000" tIns="54000" rIns="54000" bIns="54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/>
          </a:p>
        </p:txBody>
      </p:sp>
      <p:sp>
        <p:nvSpPr>
          <p:cNvPr id="12" name="Project Title Placeholder 1"/>
          <p:cNvSpPr>
            <a:spLocks noGrp="1"/>
          </p:cNvSpPr>
          <p:nvPr>
            <p:ph type="body" sz="quarter" idx="12" hasCustomPrompt="1"/>
          </p:nvPr>
        </p:nvSpPr>
        <p:spPr>
          <a:xfrm>
            <a:off x="273050" y="2246070"/>
            <a:ext cx="5832220" cy="55394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  <a:defRPr lang="en-GB" sz="2800" b="0" kern="1200" baseline="0" dirty="0" smtClean="0">
                <a:solidFill>
                  <a:srgbClr val="54CBA0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GB" noProof="0">
                <a:solidFill>
                  <a:schemeClr val="bg2"/>
                </a:solidFill>
              </a:rPr>
              <a:t>Title (max one line long)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273050" y="3450873"/>
            <a:ext cx="5832220" cy="482183"/>
          </a:xfrm>
        </p:spPr>
        <p:txBody>
          <a:bodyPr/>
          <a:lstStyle>
            <a:lvl1pPr>
              <a:spcBef>
                <a:spcPts val="400"/>
              </a:spcBef>
              <a:defRPr sz="1600" b="0">
                <a:solidFill>
                  <a:schemeClr val="accent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  <a:lvl2pPr>
              <a:spcBef>
                <a:spcPts val="400"/>
              </a:spcBef>
              <a:defRPr sz="1200">
                <a:solidFill>
                  <a:schemeClr val="accent6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en-GB" noProof="0"/>
              <a:t>Report Subtitle</a:t>
            </a:r>
          </a:p>
          <a:p>
            <a:pPr lvl="1"/>
            <a:r>
              <a:rPr lang="en-GB" noProof="0"/>
              <a:t>Date (MMMM YYYY)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1D284C-1A36-C287-C15B-303BE34A9F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242" y="332656"/>
            <a:ext cx="1583692" cy="84978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E60EC90-087A-4002-2495-469902E65119}"/>
              </a:ext>
            </a:extLst>
          </p:cNvPr>
          <p:cNvSpPr>
            <a:spLocks noChangeAspect="1"/>
          </p:cNvSpPr>
          <p:nvPr userDrawn="1"/>
        </p:nvSpPr>
        <p:spPr>
          <a:xfrm>
            <a:off x="6418617" y="6663968"/>
            <a:ext cx="3240360" cy="774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0" tIns="45709" rIns="91420" bIns="45709" rtlCol="0" anchor="ctr"/>
          <a:lstStyle/>
          <a:p>
            <a:endParaRPr lang="en-ZA"/>
          </a:p>
        </p:txBody>
      </p:sp>
      <p:pic>
        <p:nvPicPr>
          <p:cNvPr id="11" name="Picture 5" descr="R:\Brand and guidelines\Textures\Textures 2013\Brochure\BROCHURE_MASTER_TEXTURE PPT.png"/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0"/>
          <a:stretch/>
        </p:blipFill>
        <p:spPr bwMode="auto">
          <a:xfrm>
            <a:off x="5536708" y="2215218"/>
            <a:ext cx="3815427" cy="4334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C069B9F-E956-66F7-03AA-9D52229C5B4A}"/>
              </a:ext>
            </a:extLst>
          </p:cNvPr>
          <p:cNvSpPr/>
          <p:nvPr userDrawn="1"/>
        </p:nvSpPr>
        <p:spPr>
          <a:xfrm>
            <a:off x="6965560" y="6219895"/>
            <a:ext cx="2508104" cy="216484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ZA" sz="80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Project Title Placeholder 1">
            <a:extLst>
              <a:ext uri="{FF2B5EF4-FFF2-40B4-BE49-F238E27FC236}">
                <a16:creationId xmlns:a16="http://schemas.microsoft.com/office/drawing/2014/main" id="{4E4625D5-BE94-728B-F3FA-A6B6C191CC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3050" y="2832934"/>
            <a:ext cx="5832220" cy="55394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  <a:defRPr lang="en-GB" sz="2000" b="0" kern="1200" baseline="0" dirty="0" smtClean="0">
                <a:solidFill>
                  <a:schemeClr val="accent3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en-GB" noProof="0">
                <a:solidFill>
                  <a:schemeClr val="bg2"/>
                </a:solidFill>
              </a:rPr>
              <a:t>Subtitle (max one line long)</a:t>
            </a:r>
          </a:p>
        </p:txBody>
      </p:sp>
    </p:spTree>
    <p:extLst>
      <p:ext uri="{BB962C8B-B14F-4D97-AF65-F5344CB8AC3E}">
        <p14:creationId xmlns:p14="http://schemas.microsoft.com/office/powerpoint/2010/main" val="3067344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B71FE9B2-D4B3-36CA-E231-34FE7E14227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41DB87-4F30-BF8E-5E1A-A15C1C91994B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gradFill flip="none" rotWithShape="1">
            <a:gsLst>
              <a:gs pos="0">
                <a:srgbClr val="54CBA0">
                  <a:shade val="30000"/>
                  <a:satMod val="115000"/>
                </a:srgbClr>
              </a:gs>
              <a:gs pos="50000">
                <a:srgbClr val="54CBA0">
                  <a:shade val="67500"/>
                  <a:satMod val="115000"/>
                </a:srgbClr>
              </a:gs>
              <a:gs pos="100000">
                <a:srgbClr val="54CBA0">
                  <a:shade val="100000"/>
                  <a:satMod val="115000"/>
                </a:srgbClr>
              </a:gs>
            </a:gsLst>
            <a:lin ang="13500000" scaled="1"/>
            <a:tileRect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ZA" sz="80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423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273052" y="589066"/>
            <a:ext cx="153496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2400" b="1" kern="1200" baseline="0" dirty="0" smtClean="0">
                <a:solidFill>
                  <a:srgbClr val="22A06C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pPr lv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GB" noProof="0"/>
              <a:t>Section #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818408" y="589066"/>
            <a:ext cx="7814541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>
              <a:buNone/>
              <a:defRPr lang="en-GB" sz="2400" b="0" kern="1200" baseline="0" dirty="0" smtClean="0">
                <a:solidFill>
                  <a:srgbClr val="22A06C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</a:pPr>
            <a:r>
              <a:rPr lang="en-GB" noProof="0"/>
              <a:t>Section title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5024438" y="2133600"/>
            <a:ext cx="4249737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buNone/>
              <a:defRPr lang="en-US" sz="1400" b="0" baseline="0" dirty="0" smtClean="0">
                <a:solidFill>
                  <a:srgbClr val="22A06C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ts val="1500"/>
              </a:lnSpc>
              <a:spcBef>
                <a:spcPts val="0"/>
              </a:spcBef>
            </a:pPr>
            <a:r>
              <a:rPr lang="en-GB" noProof="0"/>
              <a:t>Optional section comment to go here</a:t>
            </a:r>
          </a:p>
        </p:txBody>
      </p:sp>
      <p:pic>
        <p:nvPicPr>
          <p:cNvPr id="5" name="Picture 2" descr="Bamboo and grasses"/>
          <p:cNvPicPr>
            <a:picLocks noChangeAspect="1" noChangeArrowheads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0" y="5301208"/>
            <a:ext cx="9905999" cy="1312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5" descr="R:\Brand and guidelines\Textures\Textures 2013\Brochure\BROCHURE_MASTER_TEXTURE PPT.png">
            <a:extLst>
              <a:ext uri="{FF2B5EF4-FFF2-40B4-BE49-F238E27FC236}">
                <a16:creationId xmlns:a16="http://schemas.microsoft.com/office/drawing/2014/main" id="{20FF6E52-E0B1-A56D-47C3-6B04F7AFBC4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0"/>
          <a:stretch/>
        </p:blipFill>
        <p:spPr bwMode="auto">
          <a:xfrm>
            <a:off x="13063" y="4508957"/>
            <a:ext cx="9920697" cy="1312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3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271463" y="1412875"/>
            <a:ext cx="9347200" cy="1036181"/>
          </a:xfrm>
        </p:spPr>
        <p:txBody>
          <a:bodyPr/>
          <a:lstStyle>
            <a:lvl1pPr>
              <a:defRPr>
                <a:solidFill>
                  <a:srgbClr val="22A06C"/>
                </a:solidFill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" name="Title Placeholder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12AB347-4E30-3DE1-0573-C62CDBDF0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090" y="6660000"/>
            <a:ext cx="166771" cy="849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544">
                <a:solidFill>
                  <a:srgbClr val="22A06C"/>
                </a:solidFill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824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A522E408-045F-1FFD-A7C4-BB2EEE5C9DA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ZA" sz="80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1463" y="1412875"/>
            <a:ext cx="4610100" cy="1036181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023345" y="1412875"/>
            <a:ext cx="4610100" cy="1036181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D0D51C6-1D2F-FDB6-3C19-D161488E6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090" y="6660000"/>
            <a:ext cx="166771" cy="849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544">
                <a:solidFill>
                  <a:srgbClr val="22A06C"/>
                </a:solidFill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525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1462" y="1412873"/>
            <a:ext cx="9362057" cy="1036181"/>
          </a:xfrm>
        </p:spPr>
        <p:txBody>
          <a:bodyPr numCol="2" spcCol="144000"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19FD27-B8AF-4692-84EE-B1947E1E8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090" y="6660000"/>
            <a:ext cx="166771" cy="849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544">
                <a:solidFill>
                  <a:srgbClr val="22A06C"/>
                </a:solidFill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043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 not remove" hidden="1">
            <a:extLst>
              <a:ext uri="{FF2B5EF4-FFF2-40B4-BE49-F238E27FC236}">
                <a16:creationId xmlns:a16="http://schemas.microsoft.com/office/drawing/2014/main" id="{D72CBD8E-26F0-3570-B4F8-BAD3F082AEA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a-DK" sz="80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Placeholder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B2C8A62-6E1B-1C17-70D1-443D2330D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090" y="6660000"/>
            <a:ext cx="166771" cy="849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544">
                <a:solidFill>
                  <a:srgbClr val="22A06C"/>
                </a:solidFill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0988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3236077-CDB2-9225-6A96-133B4F0A213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ZA" sz="80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AE39BE5-328B-7114-8816-1ECBB2B09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090" y="6660000"/>
            <a:ext cx="166771" cy="849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544">
                <a:solidFill>
                  <a:srgbClr val="22A06C"/>
                </a:solidFill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097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ter 1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71463" y="2606674"/>
            <a:ext cx="9347200" cy="184666"/>
          </a:xfrm>
          <a:noFill/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271463" y="3348036"/>
            <a:ext cx="9347200" cy="1036181"/>
          </a:xfrm>
          <a:noFill/>
        </p:spPr>
        <p:txBody>
          <a:bodyPr numCol="2" spcCol="144000"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9" name="Rectangle 8"/>
          <p:cNvSpPr/>
          <p:nvPr userDrawn="1"/>
        </p:nvSpPr>
        <p:spPr bwMode="gray">
          <a:xfrm>
            <a:off x="0" y="500042"/>
            <a:ext cx="9906000" cy="180000"/>
          </a:xfrm>
          <a:prstGeom prst="rect">
            <a:avLst/>
          </a:prstGeom>
          <a:solidFill>
            <a:schemeClr val="bg1"/>
          </a:solidFill>
          <a:ln w="3175" algn="ctr">
            <a:noFill/>
            <a:miter lim="800000"/>
            <a:headEnd/>
            <a:tailEnd/>
          </a:ln>
          <a:effectLst/>
        </p:spPr>
        <p:txBody>
          <a:bodyPr vert="horz" wrap="none" lIns="54000" tIns="54000" rIns="54000" bIns="54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/>
          </a:p>
        </p:txBody>
      </p:sp>
      <p:sp>
        <p:nvSpPr>
          <p:cNvPr id="10" name="Rectangle 26"/>
          <p:cNvSpPr>
            <a:spLocks noChangeArrowheads="1"/>
          </p:cNvSpPr>
          <p:nvPr userDrawn="1"/>
        </p:nvSpPr>
        <p:spPr bwMode="gray">
          <a:xfrm>
            <a:off x="2141124" y="652808"/>
            <a:ext cx="7488237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</a:rPr>
              <a:t>Private and Confidential</a:t>
            </a:r>
            <a:endParaRPr kumimoji="0" lang="en-GB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71391" y="1412875"/>
            <a:ext cx="1548000" cy="984885"/>
          </a:xfrm>
        </p:spPr>
        <p:txBody>
          <a:bodyPr/>
          <a:lstStyle>
            <a:lvl1pPr>
              <a:spcBef>
                <a:spcPts val="0"/>
              </a:spcBef>
              <a:defRPr sz="800" b="0" baseline="0">
                <a:solidFill>
                  <a:schemeClr val="accent6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  <a:lvl2pPr>
              <a:defRPr sz="800" b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800" b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800" b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800" b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GB" noProof="0" err="1"/>
              <a:t>SiMKaPital</a:t>
            </a:r>
            <a:r>
              <a:rPr lang="en-GB" noProof="0"/>
              <a:t> Advisory</a:t>
            </a:r>
          </a:p>
          <a:p>
            <a:r>
              <a:rPr lang="en-GB" noProof="0"/>
              <a:t>[ADDRESS LINE 1]</a:t>
            </a:r>
          </a:p>
          <a:p>
            <a:r>
              <a:rPr lang="en-GB" noProof="0"/>
              <a:t>[ADDRESS LINE 2]</a:t>
            </a:r>
          </a:p>
          <a:p>
            <a:r>
              <a:rPr lang="en-GB" noProof="0"/>
              <a:t>[ADDRESS LINE 3]</a:t>
            </a:r>
          </a:p>
          <a:p>
            <a:endParaRPr lang="en-GB" noProof="0"/>
          </a:p>
          <a:p>
            <a:r>
              <a:rPr lang="en-GB" noProof="0"/>
              <a:t>T [+## (0)## #### ####]</a:t>
            </a:r>
          </a:p>
          <a:p>
            <a:r>
              <a:rPr lang="en-GB" noProof="0"/>
              <a:t>F [+## (0)## #### ####]</a:t>
            </a:r>
          </a:p>
          <a:p>
            <a:r>
              <a:rPr lang="en-GB" noProof="0"/>
              <a:t>www.simkap.co.za</a:t>
            </a:r>
          </a:p>
        </p:txBody>
      </p:sp>
      <p:sp>
        <p:nvSpPr>
          <p:cNvPr id="2" name="Text Box 83">
            <a:extLst>
              <a:ext uri="{FF2B5EF4-FFF2-40B4-BE49-F238E27FC236}">
                <a16:creationId xmlns:a16="http://schemas.microsoft.com/office/drawing/2014/main" id="{2D7189F8-70F0-C940-B460-197288C68D89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272402" y="6083856"/>
            <a:ext cx="46805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</a:pPr>
            <a:r>
              <a:rPr lang="en-GB" sz="600" b="1" noProof="0">
                <a:solidFill>
                  <a:srgbClr val="4D4D4D"/>
                </a:solidFill>
                <a:latin typeface="Aptos" panose="020B0004020202020204" pitchFamily="34" charset="0"/>
              </a:rPr>
              <a:t>Chartered Accountants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</a:pPr>
            <a:r>
              <a:rPr lang="en-GB" sz="600" noProof="0">
                <a:solidFill>
                  <a:srgbClr val="4D4D4D"/>
                </a:solidFill>
                <a:latin typeface="Aptos" panose="020B0004020202020204" pitchFamily="34" charset="0"/>
              </a:rPr>
              <a:t>Greenfields Proprietary Limited is a limited liability Company registered in the Republic of South Africa Registration No.: 2017/103454/07.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</a:pPr>
            <a:r>
              <a:rPr lang="en-GB" sz="600" noProof="0">
                <a:solidFill>
                  <a:srgbClr val="4D4D4D"/>
                </a:solidFill>
                <a:latin typeface="Aptos" panose="020B0004020202020204" pitchFamily="34" charset="0"/>
              </a:rPr>
              <a:t>Registered office: 8 Culross Road, Bryanston, Johannesburg, 2191.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</a:pPr>
            <a:r>
              <a:rPr lang="en-GB" sz="600" noProof="0">
                <a:solidFill>
                  <a:srgbClr val="4D4D4D"/>
                </a:solidFill>
                <a:latin typeface="Aptos" panose="020B0004020202020204" pitchFamily="34" charset="0"/>
              </a:rPr>
              <a:t>A list of Directors is available from our registered office.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A335D0-109A-E609-2AF2-40A4C6B82B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4823" y="44624"/>
            <a:ext cx="2506519" cy="134496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62B89-5386-1D49-81CE-84F7E43BE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090" y="6660000"/>
            <a:ext cx="166771" cy="849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544">
                <a:solidFill>
                  <a:srgbClr val="22A06C"/>
                </a:solidFill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865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ter 2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6"/>
          <p:cNvSpPr>
            <a:spLocks noChangeArrowheads="1"/>
          </p:cNvSpPr>
          <p:nvPr userDrawn="1"/>
        </p:nvSpPr>
        <p:spPr bwMode="gray">
          <a:xfrm>
            <a:off x="5024438" y="651168"/>
            <a:ext cx="4608487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Garamond" pitchFamily="18" charset="0"/>
              </a:rPr>
              <a:t>Private and Confidential</a:t>
            </a:r>
            <a:endParaRPr kumimoji="0" lang="en-GB" sz="1800" b="0" i="0" u="none" strike="noStrike" cap="none" normalizeH="0" baseline="0" noProof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0" y="500042"/>
            <a:ext cx="9906000" cy="180000"/>
          </a:xfrm>
          <a:prstGeom prst="rect">
            <a:avLst/>
          </a:prstGeom>
          <a:solidFill>
            <a:schemeClr val="bg1"/>
          </a:solidFill>
          <a:ln w="3175" algn="ctr">
            <a:noFill/>
            <a:miter lim="800000"/>
            <a:headEnd/>
            <a:tailEnd/>
          </a:ln>
          <a:effectLst/>
        </p:spPr>
        <p:txBody>
          <a:bodyPr vert="horz" wrap="none" lIns="54000" tIns="54000" rIns="54000" bIns="54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273050" y="1412875"/>
            <a:ext cx="9347199" cy="4392613"/>
          </a:xfrm>
          <a:noFill/>
        </p:spPr>
        <p:txBody>
          <a:bodyPr vert="horz" lIns="0" tIns="0" rIns="0" bIns="0" numCol="2" spcCol="144000" rtlCol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ext Box 83">
            <a:extLst>
              <a:ext uri="{FF2B5EF4-FFF2-40B4-BE49-F238E27FC236}">
                <a16:creationId xmlns:a16="http://schemas.microsoft.com/office/drawing/2014/main" id="{F0FF4F64-BF66-2E05-861D-5D46BF6A058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272402" y="6083856"/>
            <a:ext cx="46805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</a:pPr>
            <a:r>
              <a:rPr lang="en-GB" sz="600" b="1" noProof="0">
                <a:solidFill>
                  <a:srgbClr val="4D4D4D"/>
                </a:solidFill>
                <a:latin typeface="Aptos" panose="020B0004020202020204" pitchFamily="34" charset="0"/>
              </a:rPr>
              <a:t>Chartered Accountants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</a:pPr>
            <a:r>
              <a:rPr lang="en-GB" sz="600" noProof="0">
                <a:solidFill>
                  <a:srgbClr val="4D4D4D"/>
                </a:solidFill>
                <a:latin typeface="Aptos" panose="020B0004020202020204" pitchFamily="34" charset="0"/>
              </a:rPr>
              <a:t>Greenfields Proprietary Limited is a limited liability Company registered in the Republic of South Africa Registration No.: 2017/103454/07.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</a:pPr>
            <a:r>
              <a:rPr lang="en-GB" sz="600" noProof="0">
                <a:solidFill>
                  <a:srgbClr val="4D4D4D"/>
                </a:solidFill>
                <a:latin typeface="Aptos" panose="020B0004020202020204" pitchFamily="34" charset="0"/>
              </a:rPr>
              <a:t>Registered office: 8 Culross Road, Bryanston, Johannesburg, 2191.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tabLst>
                <a:tab pos="182563" algn="l"/>
              </a:tabLst>
            </a:pPr>
            <a:r>
              <a:rPr lang="en-GB" sz="600" noProof="0">
                <a:solidFill>
                  <a:srgbClr val="4D4D4D"/>
                </a:solidFill>
                <a:latin typeface="Aptos" panose="020B0004020202020204" pitchFamily="34" charset="0"/>
              </a:rPr>
              <a:t>A list of Directors is available from our registered office.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7861A5-1C54-3F6B-F6B5-0AF1956270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4823" y="44624"/>
            <a:ext cx="2506519" cy="1344961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BED2832-05AE-7D0F-42C6-41F5E83BD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090" y="6660000"/>
            <a:ext cx="166771" cy="849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544">
                <a:solidFill>
                  <a:srgbClr val="22A06C"/>
                </a:solidFill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547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EA9D678D-7F17-E9A2-990F-6A8DAF573CF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ZA" sz="80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 bwMode="gray">
          <a:xfrm>
            <a:off x="0" y="500042"/>
            <a:ext cx="9906000" cy="180000"/>
          </a:xfrm>
          <a:prstGeom prst="rect">
            <a:avLst/>
          </a:prstGeom>
          <a:solidFill>
            <a:schemeClr val="bg1"/>
          </a:solidFill>
          <a:ln w="3175" algn="ctr">
            <a:noFill/>
            <a:miter lim="800000"/>
            <a:headEnd/>
            <a:tailEnd/>
          </a:ln>
          <a:effectLst/>
        </p:spPr>
        <p:txBody>
          <a:bodyPr vert="horz" wrap="none" lIns="54000" tIns="54000" rIns="54000" bIns="54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 userDrawn="1"/>
        </p:nvSpPr>
        <p:spPr bwMode="gray">
          <a:xfrm>
            <a:off x="0" y="6624397"/>
            <a:ext cx="9906000" cy="180000"/>
          </a:xfrm>
          <a:prstGeom prst="rect">
            <a:avLst/>
          </a:prstGeom>
          <a:solidFill>
            <a:schemeClr val="bg1"/>
          </a:solidFill>
          <a:ln w="3175" algn="ctr">
            <a:noFill/>
            <a:miter lim="800000"/>
            <a:headEnd/>
            <a:tailEnd/>
          </a:ln>
          <a:effectLst/>
        </p:spPr>
        <p:txBody>
          <a:bodyPr vert="horz" wrap="none" lIns="54000" tIns="54000" rIns="54000" bIns="5400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1C91D3-9638-2C46-F2A1-3A969F1D8F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472" y="4441251"/>
            <a:ext cx="2054149" cy="201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40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02D05382-F446-7ADF-3B4E-45653D74964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63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800" dirty="0" err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00311" y="1991729"/>
            <a:ext cx="4351938" cy="18876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  <p:custDataLst>
              <p:tags r:id="rId4"/>
            </p:custDataLst>
          </p:nvPr>
        </p:nvSpPr>
        <p:spPr>
          <a:xfrm>
            <a:off x="5053149" y="1991729"/>
            <a:ext cx="4351938" cy="18876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6" name="Slide Number Placeholder 7"/>
          <p:cNvSpPr>
            <a:spLocks noGrp="1"/>
          </p:cNvSpPr>
          <p:nvPr>
            <p:ph type="sldNum" sz="quarter" idx="11"/>
            <p:custDataLst>
              <p:tags r:id="rId5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81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4" orient="horz" pos="1077">
          <p15:clr>
            <a:srgbClr val="FBAE40"/>
          </p15:clr>
        </p15:guide>
        <p15:guide id="5" orient="horz" pos="419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>
            <a:spLocks noGrp="1"/>
          </p:cNvSpPr>
          <p:nvPr>
            <p:ph type="body" sz="quarter" idx="12" hasCustomPrompt="1"/>
            <p:custDataLst>
              <p:tags r:id="rId1"/>
            </p:custDataLst>
          </p:nvPr>
        </p:nvSpPr>
        <p:spPr>
          <a:xfrm>
            <a:off x="500311" y="1991729"/>
            <a:ext cx="8905550" cy="4049660"/>
          </a:xfrm>
        </p:spPr>
        <p:txBody>
          <a:bodyPr/>
          <a:lstStyle>
            <a:lvl1pPr>
              <a:defRPr>
                <a:solidFill>
                  <a:srgbClr val="22A06C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rgbClr val="22A06C"/>
                </a:solidFill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  <a:lvl6pPr>
              <a:defRPr>
                <a:latin typeface="Aptos" panose="020B0004020202020204" pitchFamily="34" charset="0"/>
              </a:defRPr>
            </a:lvl6pPr>
            <a:lvl7pPr>
              <a:defRPr>
                <a:latin typeface="Aptos" panose="020B0004020202020204" pitchFamily="34" charset="0"/>
              </a:defRPr>
            </a:lvl7pPr>
            <a:lvl8pPr>
              <a:defRPr>
                <a:latin typeface="Aptos" panose="020B0004020202020204" pitchFamily="34" charset="0"/>
              </a:defRPr>
            </a:lvl8pPr>
            <a:lvl9pPr>
              <a:defRPr>
                <a:latin typeface="Aptos" panose="020B0004020202020204" pitchFamily="34" charset="0"/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rgbClr val="22A06C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Slide Number Placeholder 7"/>
          <p:cNvSpPr>
            <a:spLocks noGrp="1"/>
          </p:cNvSpPr>
          <p:nvPr>
            <p:ph type="sldNum" sz="quarter" idx="11"/>
            <p:custDataLst>
              <p:tags r:id="rId3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039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2" orient="horz" pos="1077">
          <p15:clr>
            <a:srgbClr val="FBAE40"/>
          </p15:clr>
        </p15:guide>
        <p15:guide id="3" orient="horz" pos="419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00311" y="1991729"/>
            <a:ext cx="4351938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5053149" y="1991729"/>
            <a:ext cx="4351938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4" name="Slide Number Placeholder 7"/>
          <p:cNvSpPr>
            <a:spLocks noGrp="1"/>
          </p:cNvSpPr>
          <p:nvPr>
            <p:ph type="sldNum" sz="quarter" idx="11"/>
            <p:custDataLst>
              <p:tags r:id="rId4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791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4" orient="horz" pos="1077">
          <p15:clr>
            <a:srgbClr val="FBAE40"/>
          </p15:clr>
        </p15:guide>
        <p15:guide id="5" orient="horz" pos="419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(no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500311" y="1991729"/>
            <a:ext cx="4351938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5053149" y="1991729"/>
            <a:ext cx="4351938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1"/>
            <p:custDataLst>
              <p:tags r:id="rId3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229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4" orient="horz" pos="41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– pictur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 hasCustomPrompt="1"/>
            <p:custDataLst>
              <p:tags r:id="rId2"/>
            </p:custDataLst>
          </p:nvPr>
        </p:nvSpPr>
        <p:spPr>
          <a:xfrm>
            <a:off x="500080" y="1991730"/>
            <a:ext cx="4352169" cy="404970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5053751" y="1991730"/>
            <a:ext cx="4352169" cy="40497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4" name="Slide Number Placeholder 7"/>
          <p:cNvSpPr>
            <a:spLocks noGrp="1"/>
          </p:cNvSpPr>
          <p:nvPr>
            <p:ph type="sldNum" sz="quarter" idx="11"/>
            <p:custDataLst>
              <p:tags r:id="rId4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56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4" orient="horz" pos="1077">
          <p15:clr>
            <a:srgbClr val="FBAE40"/>
          </p15:clr>
        </p15:guide>
        <p15:guide id="5" orient="horz" pos="419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– text,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 hasCustomPrompt="1"/>
            <p:custDataLst>
              <p:tags r:id="rId1"/>
            </p:custDataLst>
          </p:nvPr>
        </p:nvSpPr>
        <p:spPr>
          <a:xfrm>
            <a:off x="5053693" y="1991730"/>
            <a:ext cx="4352169" cy="404970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500312" y="1991730"/>
            <a:ext cx="4352169" cy="40497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Slide Number Placeholder 7"/>
          <p:cNvSpPr>
            <a:spLocks noGrp="1"/>
          </p:cNvSpPr>
          <p:nvPr>
            <p:ph type="sldNum" sz="quarter" idx="11"/>
            <p:custDataLst>
              <p:tags r:id="rId4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591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4" orient="horz" pos="1077">
          <p15:clr>
            <a:srgbClr val="FBAE40"/>
          </p15:clr>
        </p15:guide>
        <p15:guide id="5" orient="horz" pos="419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/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500311" y="1991729"/>
            <a:ext cx="2835100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3535537" y="1991729"/>
            <a:ext cx="2835100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 hasCustomPrompt="1"/>
            <p:custDataLst>
              <p:tags r:id="rId3"/>
            </p:custDataLst>
          </p:nvPr>
        </p:nvSpPr>
        <p:spPr>
          <a:xfrm>
            <a:off x="6570761" y="1991729"/>
            <a:ext cx="2835100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Slide Number Placeholder 7"/>
          <p:cNvSpPr>
            <a:spLocks noGrp="1"/>
          </p:cNvSpPr>
          <p:nvPr>
            <p:ph type="sldNum" sz="quarter" idx="11"/>
            <p:custDataLst>
              <p:tags r:id="rId5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077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2" pos="2267">
          <p15:clr>
            <a:srgbClr val="FBAE40"/>
          </p15:clr>
        </p15:guide>
        <p15:guide id="3" pos="2402">
          <p15:clr>
            <a:srgbClr val="FBAE40"/>
          </p15:clr>
        </p15:guide>
        <p15:guide id="4" pos="4331">
          <p15:clr>
            <a:srgbClr val="FBAE40"/>
          </p15:clr>
        </p15:guide>
        <p15:guide id="5" pos="4467">
          <p15:clr>
            <a:srgbClr val="FBAE40"/>
          </p15:clr>
        </p15:guide>
        <p15:guide id="6" orient="horz" pos="1077">
          <p15:clr>
            <a:srgbClr val="FBAE40"/>
          </p15:clr>
        </p15:guide>
        <p15:guide id="7" orient="horz" pos="419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 (no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"/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500311" y="1991729"/>
            <a:ext cx="2835100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3535537" y="1991729"/>
            <a:ext cx="2835100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6" hasCustomPrompt="1"/>
            <p:custDataLst>
              <p:tags r:id="rId3"/>
            </p:custDataLst>
          </p:nvPr>
        </p:nvSpPr>
        <p:spPr>
          <a:xfrm>
            <a:off x="6570761" y="1991729"/>
            <a:ext cx="2835100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1"/>
            <p:custDataLst>
              <p:tags r:id="rId4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501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2" pos="2267">
          <p15:clr>
            <a:srgbClr val="FBAE40"/>
          </p15:clr>
        </p15:guide>
        <p15:guide id="3" pos="2402">
          <p15:clr>
            <a:srgbClr val="FBAE40"/>
          </p15:clr>
        </p15:guide>
        <p15:guide id="4" pos="4331">
          <p15:clr>
            <a:srgbClr val="FBAE40"/>
          </p15:clr>
        </p15:guide>
        <p15:guide id="5" pos="4467">
          <p15:clr>
            <a:srgbClr val="FBAE40"/>
          </p15:clr>
        </p15:guide>
        <p15:guide id="6" orient="horz" pos="419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Content Placeholder 2"/>
          <p:cNvSpPr>
            <a:spLocks noGrp="1"/>
          </p:cNvSpPr>
          <p:nvPr>
            <p:ph sz="quarter" idx="20" hasCustomPrompt="1"/>
            <p:custDataLst>
              <p:tags r:id="rId3"/>
            </p:custDataLst>
          </p:nvPr>
        </p:nvSpPr>
        <p:spPr>
          <a:xfrm>
            <a:off x="500080" y="1991730"/>
            <a:ext cx="2076803" cy="40497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quarter" idx="21" hasCustomPrompt="1"/>
            <p:custDataLst>
              <p:tags r:id="rId4"/>
            </p:custDataLst>
          </p:nvPr>
        </p:nvSpPr>
        <p:spPr>
          <a:xfrm>
            <a:off x="2775685" y="1991730"/>
            <a:ext cx="2076803" cy="40497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sz="quarter" idx="22" hasCustomPrompt="1"/>
            <p:custDataLst>
              <p:tags r:id="rId5"/>
            </p:custDataLst>
          </p:nvPr>
        </p:nvSpPr>
        <p:spPr>
          <a:xfrm>
            <a:off x="5051289" y="1991730"/>
            <a:ext cx="2076803" cy="40497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sz="quarter" idx="23" hasCustomPrompt="1"/>
            <p:custDataLst>
              <p:tags r:id="rId6"/>
            </p:custDataLst>
          </p:nvPr>
        </p:nvSpPr>
        <p:spPr>
          <a:xfrm>
            <a:off x="7326893" y="1991730"/>
            <a:ext cx="2076803" cy="40497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2000258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4" orient="horz" pos="1077">
          <p15:clr>
            <a:srgbClr val="FBAE40"/>
          </p15:clr>
        </p15:guide>
        <p15:guide id="5" orient="horz" pos="4195">
          <p15:clr>
            <a:srgbClr val="FBAE40"/>
          </p15:clr>
        </p15:guide>
        <p15:guide id="6" pos="1752">
          <p15:clr>
            <a:srgbClr val="FBAE40"/>
          </p15:clr>
        </p15:guide>
        <p15:guide id="7" pos="1887">
          <p15:clr>
            <a:srgbClr val="FBAE40"/>
          </p15:clr>
        </p15:guide>
        <p15:guide id="8" pos="4983">
          <p15:clr>
            <a:srgbClr val="FBAE40"/>
          </p15:clr>
        </p15:guide>
        <p15:guide id="9" pos="484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2" name="Slide Number Placeholder 7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5" name="Content Placeholder 2"/>
          <p:cNvSpPr>
            <a:spLocks noGrp="1"/>
          </p:cNvSpPr>
          <p:nvPr>
            <p:ph sz="quarter" idx="24" hasCustomPrompt="1"/>
            <p:custDataLst>
              <p:tags r:id="rId3"/>
            </p:custDataLst>
          </p:nvPr>
        </p:nvSpPr>
        <p:spPr>
          <a:xfrm>
            <a:off x="6570762" y="1984666"/>
            <a:ext cx="2832934" cy="192685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sz="quarter" idx="25" hasCustomPrompt="1"/>
            <p:custDataLst>
              <p:tags r:id="rId4"/>
            </p:custDataLst>
          </p:nvPr>
        </p:nvSpPr>
        <p:spPr>
          <a:xfrm>
            <a:off x="3536623" y="1984666"/>
            <a:ext cx="2832934" cy="192685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7" name="Content Placeholder 2"/>
          <p:cNvSpPr>
            <a:spLocks noGrp="1"/>
          </p:cNvSpPr>
          <p:nvPr>
            <p:ph sz="quarter" idx="26" hasCustomPrompt="1"/>
            <p:custDataLst>
              <p:tags r:id="rId5"/>
            </p:custDataLst>
          </p:nvPr>
        </p:nvSpPr>
        <p:spPr>
          <a:xfrm>
            <a:off x="502484" y="1984666"/>
            <a:ext cx="2832934" cy="192685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8" name="Content Placeholder 2"/>
          <p:cNvSpPr>
            <a:spLocks noGrp="1"/>
          </p:cNvSpPr>
          <p:nvPr>
            <p:ph sz="quarter" idx="27" hasCustomPrompt="1"/>
            <p:custDataLst>
              <p:tags r:id="rId6"/>
            </p:custDataLst>
          </p:nvPr>
        </p:nvSpPr>
        <p:spPr>
          <a:xfrm>
            <a:off x="6570762" y="4106713"/>
            <a:ext cx="2832934" cy="192685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sz="quarter" idx="28" hasCustomPrompt="1"/>
            <p:custDataLst>
              <p:tags r:id="rId7"/>
            </p:custDataLst>
          </p:nvPr>
        </p:nvSpPr>
        <p:spPr>
          <a:xfrm>
            <a:off x="3536623" y="4106713"/>
            <a:ext cx="2832934" cy="192685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sz="quarter" idx="29" hasCustomPrompt="1"/>
            <p:custDataLst>
              <p:tags r:id="rId8"/>
            </p:custDataLst>
          </p:nvPr>
        </p:nvSpPr>
        <p:spPr>
          <a:xfrm>
            <a:off x="502484" y="4106713"/>
            <a:ext cx="2832934" cy="192685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2276601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2" pos="2267">
          <p15:clr>
            <a:srgbClr val="FBAE40"/>
          </p15:clr>
        </p15:guide>
        <p15:guide id="3" pos="2402">
          <p15:clr>
            <a:srgbClr val="FBAE40"/>
          </p15:clr>
        </p15:guide>
        <p15:guide id="4" pos="4331">
          <p15:clr>
            <a:srgbClr val="FBAE40"/>
          </p15:clr>
        </p15:guide>
        <p15:guide id="5" pos="4467">
          <p15:clr>
            <a:srgbClr val="FBAE40"/>
          </p15:clr>
        </p15:guide>
        <p15:guide id="6" orient="horz" pos="1077">
          <p15:clr>
            <a:srgbClr val="FBAE40"/>
          </p15:clr>
        </p15:guide>
        <p15:guide id="7" orient="horz" pos="419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/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500311" y="1991729"/>
            <a:ext cx="2835100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3534332" y="1991729"/>
            <a:ext cx="5871529" cy="40497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Slide Number Placeholder 7"/>
          <p:cNvSpPr>
            <a:spLocks noGrp="1"/>
          </p:cNvSpPr>
          <p:nvPr>
            <p:ph type="sldNum" sz="quarter" idx="11"/>
            <p:custDataLst>
              <p:tags r:id="rId4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3188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2" pos="2267">
          <p15:clr>
            <a:srgbClr val="FBAE40"/>
          </p15:clr>
        </p15:guide>
        <p15:guide id="3" pos="2402">
          <p15:clr>
            <a:srgbClr val="FBAE40"/>
          </p15:clr>
        </p15:guide>
        <p15:guide id="4" orient="horz" pos="1077">
          <p15:clr>
            <a:srgbClr val="FBAE40"/>
          </p15:clr>
        </p15:guide>
        <p15:guide id="5" orient="horz" pos="4195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498610" y="1991729"/>
            <a:ext cx="5871529" cy="40497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6" hasCustomPrompt="1"/>
            <p:custDataLst>
              <p:tags r:id="rId3"/>
            </p:custDataLst>
          </p:nvPr>
        </p:nvSpPr>
        <p:spPr>
          <a:xfrm>
            <a:off x="6570761" y="1991729"/>
            <a:ext cx="2835100" cy="40496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4" name="Slide Number Placeholder 7"/>
          <p:cNvSpPr>
            <a:spLocks noGrp="1"/>
          </p:cNvSpPr>
          <p:nvPr>
            <p:ph type="sldNum" sz="quarter" idx="11"/>
            <p:custDataLst>
              <p:tags r:id="rId4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93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4" pos="4331">
          <p15:clr>
            <a:srgbClr val="FBAE40"/>
          </p15:clr>
        </p15:guide>
        <p15:guide id="5" pos="4467">
          <p15:clr>
            <a:srgbClr val="FBAE40"/>
          </p15:clr>
        </p15:guide>
        <p15:guide id="6" orient="horz" pos="1077">
          <p15:clr>
            <a:srgbClr val="FBAE40"/>
          </p15:clr>
        </p15:guide>
        <p15:guide id="7" orient="horz" pos="419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 +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o not remove" hidden="1">
            <a:extLst>
              <a:ext uri="{FF2B5EF4-FFF2-40B4-BE49-F238E27FC236}">
                <a16:creationId xmlns:a16="http://schemas.microsoft.com/office/drawing/2014/main" id="{FDEC5E56-DC82-562B-E61C-C05A0348085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6" hasCustomPrompt="1"/>
            <p:custDataLst>
              <p:tags r:id="rId2"/>
            </p:custDataLst>
          </p:nvPr>
        </p:nvSpPr>
        <p:spPr>
          <a:xfrm>
            <a:off x="500080" y="1991729"/>
            <a:ext cx="8905840" cy="9793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500311" y="3069836"/>
            <a:ext cx="4351938" cy="29715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5053149" y="3069835"/>
            <a:ext cx="4351938" cy="29715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" name="Slide Number Placeholder 7"/>
          <p:cNvSpPr>
            <a:spLocks noGrp="1"/>
          </p:cNvSpPr>
          <p:nvPr>
            <p:ph type="sldNum" sz="quarter" idx="11"/>
            <p:custDataLst>
              <p:tags r:id="rId6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6079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5" orient="horz" pos="4195">
          <p15:clr>
            <a:srgbClr val="FBAE40"/>
          </p15:clr>
        </p15:guide>
        <p15:guide id="7" orient="horz" pos="10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 + two columns (no 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>
          <a:xfrm>
            <a:off x="500311" y="3069836"/>
            <a:ext cx="4351938" cy="29715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5053149" y="3069835"/>
            <a:ext cx="4351938" cy="297155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 hasCustomPrompt="1"/>
            <p:custDataLst>
              <p:tags r:id="rId3"/>
            </p:custDataLst>
          </p:nvPr>
        </p:nvSpPr>
        <p:spPr>
          <a:xfrm>
            <a:off x="500080" y="1991729"/>
            <a:ext cx="8905840" cy="9793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1"/>
            <p:custDataLst>
              <p:tags r:id="rId4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851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5" orient="horz" pos="4195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 +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8" hasCustomPrompt="1"/>
            <p:custDataLst>
              <p:tags r:id="rId2"/>
            </p:custDataLst>
          </p:nvPr>
        </p:nvSpPr>
        <p:spPr>
          <a:xfrm>
            <a:off x="500080" y="1991729"/>
            <a:ext cx="8905840" cy="9793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3" name="Slide Number Placeholder 7"/>
          <p:cNvSpPr>
            <a:spLocks noGrp="1"/>
          </p:cNvSpPr>
          <p:nvPr>
            <p:ph type="sldNum" sz="quarter" idx="11"/>
            <p:custDataLst>
              <p:tags r:id="rId3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2" name="Content Placeholder 2"/>
          <p:cNvSpPr>
            <a:spLocks noGrp="1"/>
          </p:cNvSpPr>
          <p:nvPr>
            <p:ph sz="quarter" idx="24" hasCustomPrompt="1"/>
            <p:custDataLst>
              <p:tags r:id="rId4"/>
            </p:custDataLst>
          </p:nvPr>
        </p:nvSpPr>
        <p:spPr>
          <a:xfrm>
            <a:off x="6570762" y="3069904"/>
            <a:ext cx="2832934" cy="297153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sz="quarter" idx="25" hasCustomPrompt="1"/>
            <p:custDataLst>
              <p:tags r:id="rId5"/>
            </p:custDataLst>
          </p:nvPr>
        </p:nvSpPr>
        <p:spPr>
          <a:xfrm>
            <a:off x="3536623" y="3069904"/>
            <a:ext cx="2832934" cy="297153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sz="quarter" idx="26" hasCustomPrompt="1"/>
            <p:custDataLst>
              <p:tags r:id="rId6"/>
            </p:custDataLst>
          </p:nvPr>
        </p:nvSpPr>
        <p:spPr>
          <a:xfrm>
            <a:off x="502484" y="3069904"/>
            <a:ext cx="2832934" cy="297153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2134935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2" pos="2267">
          <p15:clr>
            <a:srgbClr val="FBAE40"/>
          </p15:clr>
        </p15:guide>
        <p15:guide id="3" pos="2402">
          <p15:clr>
            <a:srgbClr val="FBAE40"/>
          </p15:clr>
        </p15:guide>
        <p15:guide id="4" pos="4331">
          <p15:clr>
            <a:srgbClr val="FBAE40"/>
          </p15:clr>
        </p15:guide>
        <p15:guide id="5" pos="4467">
          <p15:clr>
            <a:srgbClr val="FBAE40"/>
          </p15:clr>
        </p15:guide>
        <p15:guide id="6" orient="horz" pos="1077">
          <p15:clr>
            <a:srgbClr val="FBAE40"/>
          </p15:clr>
        </p15:guide>
        <p15:guide id="7" orient="horz" pos="419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 +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6" hasCustomPrompt="1"/>
            <p:custDataLst>
              <p:tags r:id="rId2"/>
            </p:custDataLst>
          </p:nvPr>
        </p:nvSpPr>
        <p:spPr>
          <a:xfrm>
            <a:off x="500080" y="1991729"/>
            <a:ext cx="8905840" cy="9793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4" name="Slide Number Placeholder 7"/>
          <p:cNvSpPr>
            <a:spLocks noGrp="1"/>
          </p:cNvSpPr>
          <p:nvPr>
            <p:ph type="sldNum" sz="quarter" idx="11"/>
            <p:custDataLst>
              <p:tags r:id="rId3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1" name="Content Placeholder 2"/>
          <p:cNvSpPr>
            <a:spLocks noGrp="1"/>
          </p:cNvSpPr>
          <p:nvPr>
            <p:ph sz="quarter" idx="21" hasCustomPrompt="1"/>
            <p:custDataLst>
              <p:tags r:id="rId4"/>
            </p:custDataLst>
          </p:nvPr>
        </p:nvSpPr>
        <p:spPr>
          <a:xfrm>
            <a:off x="500080" y="3069904"/>
            <a:ext cx="2076803" cy="297153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quarter" idx="22" hasCustomPrompt="1"/>
            <p:custDataLst>
              <p:tags r:id="rId5"/>
            </p:custDataLst>
          </p:nvPr>
        </p:nvSpPr>
        <p:spPr>
          <a:xfrm>
            <a:off x="2775685" y="3069904"/>
            <a:ext cx="2076803" cy="297153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sz="quarter" idx="23" hasCustomPrompt="1"/>
            <p:custDataLst>
              <p:tags r:id="rId6"/>
            </p:custDataLst>
          </p:nvPr>
        </p:nvSpPr>
        <p:spPr>
          <a:xfrm>
            <a:off x="5051289" y="3069904"/>
            <a:ext cx="2076803" cy="297153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sz="quarter" idx="24" hasCustomPrompt="1"/>
            <p:custDataLst>
              <p:tags r:id="rId7"/>
            </p:custDataLst>
          </p:nvPr>
        </p:nvSpPr>
        <p:spPr>
          <a:xfrm>
            <a:off x="7326893" y="3069904"/>
            <a:ext cx="2076803" cy="297153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Content/text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26519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4" orient="horz" pos="1077">
          <p15:clr>
            <a:srgbClr val="FBAE40"/>
          </p15:clr>
        </p15:guide>
        <p15:guide id="5" orient="horz" pos="4195">
          <p15:clr>
            <a:srgbClr val="FBAE40"/>
          </p15:clr>
        </p15:guide>
        <p15:guide id="8" pos="1752">
          <p15:clr>
            <a:srgbClr val="FBAE40"/>
          </p15:clr>
        </p15:guide>
        <p15:guide id="9" pos="1887">
          <p15:clr>
            <a:srgbClr val="FBAE40"/>
          </p15:clr>
        </p15:guide>
        <p15:guide id="10" pos="4847">
          <p15:clr>
            <a:srgbClr val="FBAE40"/>
          </p15:clr>
        </p15:guide>
        <p15:guide id="11" pos="4983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 + four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 hasCustomPrompt="1"/>
            <p:custDataLst>
              <p:tags r:id="rId2"/>
            </p:custDataLst>
          </p:nvPr>
        </p:nvSpPr>
        <p:spPr>
          <a:xfrm>
            <a:off x="500080" y="1991729"/>
            <a:ext cx="8905840" cy="9793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500311" y="3069835"/>
            <a:ext cx="4351938" cy="14369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5" hasCustomPrompt="1"/>
            <p:custDataLst>
              <p:tags r:id="rId4"/>
            </p:custDataLst>
          </p:nvPr>
        </p:nvSpPr>
        <p:spPr>
          <a:xfrm>
            <a:off x="5053149" y="3069834"/>
            <a:ext cx="4351938" cy="14369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8" hasCustomPrompt="1"/>
            <p:custDataLst>
              <p:tags r:id="rId5"/>
            </p:custDataLst>
          </p:nvPr>
        </p:nvSpPr>
        <p:spPr>
          <a:xfrm>
            <a:off x="500311" y="4604459"/>
            <a:ext cx="4351938" cy="14369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9" hasCustomPrompt="1"/>
            <p:custDataLst>
              <p:tags r:id="rId6"/>
            </p:custDataLst>
          </p:nvPr>
        </p:nvSpPr>
        <p:spPr>
          <a:xfrm>
            <a:off x="5053149" y="4604459"/>
            <a:ext cx="4351938" cy="14369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0" name="Slide Number Placeholder 7"/>
          <p:cNvSpPr>
            <a:spLocks noGrp="1"/>
          </p:cNvSpPr>
          <p:nvPr>
            <p:ph type="sldNum" sz="quarter" idx="11"/>
            <p:custDataLst>
              <p:tags r:id="rId7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757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99">
          <p15:clr>
            <a:srgbClr val="FBAE40"/>
          </p15:clr>
        </p15:guide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5" orient="horz" pos="4195">
          <p15:clr>
            <a:srgbClr val="FBAE40"/>
          </p15:clr>
        </p15:guide>
        <p15:guide id="7" orient="horz" pos="1077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  <p:custDataLst>
              <p:tags r:id="rId1"/>
            </p:custDataLst>
          </p:nvPr>
        </p:nvSpPr>
        <p:spPr>
          <a:xfrm>
            <a:off x="498610" y="489652"/>
            <a:ext cx="8905550" cy="5845574"/>
          </a:xfrm>
          <a:solidFill>
            <a:schemeClr val="accent6"/>
          </a:solidFill>
        </p:spPr>
        <p:txBody>
          <a:bodyPr/>
          <a:lstStyle>
            <a:lvl1pPr>
              <a:defRPr/>
            </a:lvl1pPr>
          </a:lstStyle>
          <a:p>
            <a:r>
              <a:rPr lang="en-GB"/>
              <a:t>Click ‘Insert Image’ from the Brandmaker ribbon</a:t>
            </a:r>
          </a:p>
        </p:txBody>
      </p:sp>
    </p:spTree>
    <p:extLst>
      <p:ext uri="{BB962C8B-B14F-4D97-AF65-F5344CB8AC3E}">
        <p14:creationId xmlns:p14="http://schemas.microsoft.com/office/powerpoint/2010/main" val="16846859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Vs +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20" hasCustomPrompt="1"/>
            <p:custDataLst>
              <p:tags r:id="rId1"/>
            </p:custDataLst>
          </p:nvPr>
        </p:nvSpPr>
        <p:spPr>
          <a:xfrm>
            <a:off x="500311" y="1991730"/>
            <a:ext cx="2835100" cy="40500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3536185" y="3069836"/>
            <a:ext cx="2835100" cy="297192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accent3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3pPr>
            <a:lvl4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4pPr>
            <a:lvl5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5pPr>
            <a:lvl6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6pPr>
            <a:lvl7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7pPr>
            <a:lvl8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8pPr>
            <a:lvl9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9" name="Picture Placeholder 17"/>
          <p:cNvSpPr>
            <a:spLocks noGrp="1"/>
          </p:cNvSpPr>
          <p:nvPr>
            <p:ph type="pic" sz="quarter" idx="24" hasCustomPrompt="1"/>
            <p:custDataLst>
              <p:tags r:id="rId3"/>
            </p:custDataLst>
          </p:nvPr>
        </p:nvSpPr>
        <p:spPr>
          <a:xfrm>
            <a:off x="3536185" y="1991730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20" name="Picture Placeholder 17"/>
          <p:cNvSpPr>
            <a:spLocks noGrp="1"/>
          </p:cNvSpPr>
          <p:nvPr>
            <p:ph type="pic" sz="quarter" idx="25" hasCustomPrompt="1"/>
            <p:custDataLst>
              <p:tags r:id="rId4"/>
            </p:custDataLst>
          </p:nvPr>
        </p:nvSpPr>
        <p:spPr>
          <a:xfrm>
            <a:off x="6570171" y="1991730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00312" y="489878"/>
            <a:ext cx="8905550" cy="10614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BB427F1A-C7C2-4DC7-91CF-B7E3B3CF4EAA}"/>
              </a:ext>
            </a:extLst>
          </p:cNvPr>
          <p:cNvSpPr>
            <a:spLocks noGrp="1"/>
          </p:cNvSpPr>
          <p:nvPr>
            <p:ph type="body" sz="quarter" idx="27" hasCustomPrompt="1"/>
            <p:custDataLst>
              <p:tags r:id="rId6"/>
            </p:custDataLst>
          </p:nvPr>
        </p:nvSpPr>
        <p:spPr>
          <a:xfrm>
            <a:off x="6570761" y="3069836"/>
            <a:ext cx="2835100" cy="297192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accent3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3pPr>
            <a:lvl4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4pPr>
            <a:lvl5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5pPr>
            <a:lvl6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6pPr>
            <a:lvl7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7pPr>
            <a:lvl8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8pPr>
            <a:lvl9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5" name="Slide Number Placeholder 7"/>
          <p:cNvSpPr>
            <a:spLocks noGrp="1"/>
          </p:cNvSpPr>
          <p:nvPr>
            <p:ph type="sldNum" sz="quarter" idx="11"/>
            <p:custDataLst>
              <p:tags r:id="rId7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6" name="Text Placeholder 2"/>
          <p:cNvSpPr>
            <a:spLocks noGrp="1"/>
          </p:cNvSpPr>
          <p:nvPr>
            <p:ph type="body" sz="quarter" idx="28" hasCustomPrompt="1"/>
            <p:custDataLst>
              <p:tags r:id="rId8"/>
            </p:custDataLst>
          </p:nvPr>
        </p:nvSpPr>
        <p:spPr>
          <a:xfrm>
            <a:off x="4637461" y="1991729"/>
            <a:ext cx="1750328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sz="quarter" idx="29" hasCustomPrompt="1"/>
            <p:custDataLst>
              <p:tags r:id="rId9"/>
            </p:custDataLst>
          </p:nvPr>
        </p:nvSpPr>
        <p:spPr>
          <a:xfrm>
            <a:off x="7679902" y="1991729"/>
            <a:ext cx="1725959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857437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2" pos="2267">
          <p15:clr>
            <a:srgbClr val="FBAE40"/>
          </p15:clr>
        </p15:guide>
        <p15:guide id="3" pos="2402">
          <p15:clr>
            <a:srgbClr val="FBAE40"/>
          </p15:clr>
        </p15:guide>
        <p15:guide id="4" pos="4331">
          <p15:clr>
            <a:srgbClr val="FBAE40"/>
          </p15:clr>
        </p15:guide>
        <p15:guide id="5" pos="4467">
          <p15:clr>
            <a:srgbClr val="FBAE40"/>
          </p15:clr>
        </p15:guide>
        <p15:guide id="6" orient="horz" pos="1077">
          <p15:clr>
            <a:srgbClr val="FBAE40"/>
          </p15:clr>
        </p15:guide>
        <p15:guide id="7" orient="horz" pos="4195">
          <p15:clr>
            <a:srgbClr val="FBAE40"/>
          </p15:clr>
        </p15:guide>
        <p15:guide id="11" pos="3152">
          <p15:clr>
            <a:srgbClr val="FBAE40"/>
          </p15:clr>
        </p15:guide>
        <p15:guide id="12" pos="521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V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23" hasCustomPrompt="1"/>
            <p:custDataLst>
              <p:tags r:id="rId1"/>
            </p:custDataLst>
          </p:nvPr>
        </p:nvSpPr>
        <p:spPr>
          <a:xfrm>
            <a:off x="500080" y="1991730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19" name="Picture Placeholder 17"/>
          <p:cNvSpPr>
            <a:spLocks noGrp="1"/>
          </p:cNvSpPr>
          <p:nvPr>
            <p:ph type="pic" sz="quarter" idx="24" hasCustomPrompt="1"/>
            <p:custDataLst>
              <p:tags r:id="rId2"/>
            </p:custDataLst>
          </p:nvPr>
        </p:nvSpPr>
        <p:spPr>
          <a:xfrm>
            <a:off x="3536185" y="1991730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20" name="Picture Placeholder 17"/>
          <p:cNvSpPr>
            <a:spLocks noGrp="1"/>
          </p:cNvSpPr>
          <p:nvPr>
            <p:ph type="pic" sz="quarter" idx="25" hasCustomPrompt="1"/>
            <p:custDataLst>
              <p:tags r:id="rId3"/>
            </p:custDataLst>
          </p:nvPr>
        </p:nvSpPr>
        <p:spPr>
          <a:xfrm>
            <a:off x="6570171" y="1991730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1ED589F-A6DD-41F4-AA20-A814181D5B1C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5"/>
            </p:custDataLst>
          </p:nvPr>
        </p:nvSpPr>
        <p:spPr>
          <a:xfrm>
            <a:off x="3536185" y="3069836"/>
            <a:ext cx="2835100" cy="297192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accent3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3pPr>
            <a:lvl4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4pPr>
            <a:lvl5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5pPr>
            <a:lvl6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6pPr>
            <a:lvl7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7pPr>
            <a:lvl8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8pPr>
            <a:lvl9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4619AE2-120F-46E4-9069-84F2682FFD08}"/>
              </a:ext>
            </a:extLst>
          </p:cNvPr>
          <p:cNvSpPr>
            <a:spLocks noGrp="1"/>
          </p:cNvSpPr>
          <p:nvPr>
            <p:ph type="body" sz="quarter" idx="27" hasCustomPrompt="1"/>
            <p:custDataLst>
              <p:tags r:id="rId6"/>
            </p:custDataLst>
          </p:nvPr>
        </p:nvSpPr>
        <p:spPr>
          <a:xfrm>
            <a:off x="6570761" y="3069836"/>
            <a:ext cx="2835100" cy="297192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accent3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3pPr>
            <a:lvl4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4pPr>
            <a:lvl5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5pPr>
            <a:lvl6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6pPr>
            <a:lvl7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7pPr>
            <a:lvl8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8pPr>
            <a:lvl9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CD77C26-76DF-4951-BC00-7A72EA9929C0}"/>
              </a:ext>
            </a:extLst>
          </p:cNvPr>
          <p:cNvSpPr>
            <a:spLocks noGrp="1"/>
          </p:cNvSpPr>
          <p:nvPr>
            <p:ph type="body" sz="quarter" idx="29" hasCustomPrompt="1"/>
            <p:custDataLst>
              <p:tags r:id="rId7"/>
            </p:custDataLst>
          </p:nvPr>
        </p:nvSpPr>
        <p:spPr>
          <a:xfrm>
            <a:off x="500311" y="3069836"/>
            <a:ext cx="2835100" cy="297192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accent3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3pPr>
            <a:lvl4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4pPr>
            <a:lvl5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5pPr>
            <a:lvl6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6pPr>
            <a:lvl7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7pPr>
            <a:lvl8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8pPr>
            <a:lvl9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7" name="Slide Number Placeholder 7"/>
          <p:cNvSpPr>
            <a:spLocks noGrp="1"/>
          </p:cNvSpPr>
          <p:nvPr>
            <p:ph type="sldNum" sz="quarter" idx="11"/>
            <p:custDataLst>
              <p:tags r:id="rId8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2" name="Text Placeholder 2"/>
          <p:cNvSpPr>
            <a:spLocks noGrp="1"/>
          </p:cNvSpPr>
          <p:nvPr>
            <p:ph type="body" sz="quarter" idx="28" hasCustomPrompt="1"/>
            <p:custDataLst>
              <p:tags r:id="rId9"/>
            </p:custDataLst>
          </p:nvPr>
        </p:nvSpPr>
        <p:spPr>
          <a:xfrm>
            <a:off x="4637461" y="1991729"/>
            <a:ext cx="1750328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30" hasCustomPrompt="1"/>
            <p:custDataLst>
              <p:tags r:id="rId10"/>
            </p:custDataLst>
          </p:nvPr>
        </p:nvSpPr>
        <p:spPr>
          <a:xfrm>
            <a:off x="7679902" y="1991729"/>
            <a:ext cx="1725959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sz="quarter" idx="31" hasCustomPrompt="1"/>
            <p:custDataLst>
              <p:tags r:id="rId11"/>
            </p:custDataLst>
          </p:nvPr>
        </p:nvSpPr>
        <p:spPr>
          <a:xfrm>
            <a:off x="1593471" y="1991729"/>
            <a:ext cx="1750328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843521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2" pos="2267">
          <p15:clr>
            <a:srgbClr val="FBAE40"/>
          </p15:clr>
        </p15:guide>
        <p15:guide id="3" pos="2402">
          <p15:clr>
            <a:srgbClr val="FBAE40"/>
          </p15:clr>
        </p15:guide>
        <p15:guide id="4" pos="4331">
          <p15:clr>
            <a:srgbClr val="FBAE40"/>
          </p15:clr>
        </p15:guide>
        <p15:guide id="5" pos="4467">
          <p15:clr>
            <a:srgbClr val="FBAE40"/>
          </p15:clr>
        </p15:guide>
        <p15:guide id="6" orient="horz" pos="1077">
          <p15:clr>
            <a:srgbClr val="FBAE40"/>
          </p15:clr>
        </p15:guide>
        <p15:guide id="7" orient="horz" pos="4195">
          <p15:clr>
            <a:srgbClr val="FBAE40"/>
          </p15:clr>
        </p15:guide>
        <p15:guide id="10" pos="1087">
          <p15:clr>
            <a:srgbClr val="FBAE40"/>
          </p15:clr>
        </p15:guide>
        <p15:guide id="11" pos="3152">
          <p15:clr>
            <a:srgbClr val="FBAE40"/>
          </p15:clr>
        </p15:guide>
        <p15:guide id="12" pos="521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23" hasCustomPrompt="1"/>
            <p:custDataLst>
              <p:tags r:id="rId1"/>
            </p:custDataLst>
          </p:nvPr>
        </p:nvSpPr>
        <p:spPr>
          <a:xfrm>
            <a:off x="500080" y="1991730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19" name="Picture Placeholder 17"/>
          <p:cNvSpPr>
            <a:spLocks noGrp="1"/>
          </p:cNvSpPr>
          <p:nvPr>
            <p:ph type="pic" sz="quarter" idx="24" hasCustomPrompt="1"/>
            <p:custDataLst>
              <p:tags r:id="rId2"/>
            </p:custDataLst>
          </p:nvPr>
        </p:nvSpPr>
        <p:spPr>
          <a:xfrm>
            <a:off x="3536185" y="1991730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 baseline="0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20" name="Picture Placeholder 17"/>
          <p:cNvSpPr>
            <a:spLocks noGrp="1"/>
          </p:cNvSpPr>
          <p:nvPr>
            <p:ph type="pic" sz="quarter" idx="25" hasCustomPrompt="1"/>
            <p:custDataLst>
              <p:tags r:id="rId3"/>
            </p:custDataLst>
          </p:nvPr>
        </p:nvSpPr>
        <p:spPr>
          <a:xfrm>
            <a:off x="6570171" y="1991730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24" name="Picture Placeholder 17"/>
          <p:cNvSpPr>
            <a:spLocks noGrp="1"/>
          </p:cNvSpPr>
          <p:nvPr>
            <p:ph type="pic" sz="quarter" idx="29" hasCustomPrompt="1"/>
            <p:custDataLst>
              <p:tags r:id="rId4"/>
            </p:custDataLst>
          </p:nvPr>
        </p:nvSpPr>
        <p:spPr>
          <a:xfrm>
            <a:off x="500080" y="4065547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25" name="Picture Placeholder 17"/>
          <p:cNvSpPr>
            <a:spLocks noGrp="1"/>
          </p:cNvSpPr>
          <p:nvPr>
            <p:ph type="pic" sz="quarter" idx="30" hasCustomPrompt="1"/>
            <p:custDataLst>
              <p:tags r:id="rId5"/>
            </p:custDataLst>
          </p:nvPr>
        </p:nvSpPr>
        <p:spPr>
          <a:xfrm>
            <a:off x="3536185" y="4065547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26" name="Picture Placeholder 17"/>
          <p:cNvSpPr>
            <a:spLocks noGrp="1"/>
          </p:cNvSpPr>
          <p:nvPr>
            <p:ph type="pic" sz="quarter" idx="31" hasCustomPrompt="1"/>
            <p:custDataLst>
              <p:tags r:id="rId6"/>
            </p:custDataLst>
          </p:nvPr>
        </p:nvSpPr>
        <p:spPr>
          <a:xfrm>
            <a:off x="6570171" y="4065547"/>
            <a:ext cx="867207" cy="849122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816"/>
            </a:lvl1pPr>
          </a:lstStyle>
          <a:p>
            <a:r>
              <a:rPr lang="en-GB"/>
              <a:t>Click ‘Insert Image’ from the Brandmaker ribbon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" name="Slide Number Placeholder 7"/>
          <p:cNvSpPr>
            <a:spLocks noGrp="1"/>
          </p:cNvSpPr>
          <p:nvPr>
            <p:ph type="sldNum" sz="quarter" idx="11"/>
            <p:custDataLst>
              <p:tags r:id="rId8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3" name="Text Placeholder 2"/>
          <p:cNvSpPr>
            <a:spLocks noGrp="1"/>
          </p:cNvSpPr>
          <p:nvPr>
            <p:ph type="body" sz="quarter" idx="28" hasCustomPrompt="1"/>
            <p:custDataLst>
              <p:tags r:id="rId9"/>
            </p:custDataLst>
          </p:nvPr>
        </p:nvSpPr>
        <p:spPr>
          <a:xfrm>
            <a:off x="4637461" y="1991729"/>
            <a:ext cx="1750328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sz="quarter" idx="37" hasCustomPrompt="1"/>
            <p:custDataLst>
              <p:tags r:id="rId10"/>
            </p:custDataLst>
          </p:nvPr>
        </p:nvSpPr>
        <p:spPr>
          <a:xfrm>
            <a:off x="7679902" y="1991729"/>
            <a:ext cx="1725959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sz="quarter" idx="38" hasCustomPrompt="1"/>
            <p:custDataLst>
              <p:tags r:id="rId11"/>
            </p:custDataLst>
          </p:nvPr>
        </p:nvSpPr>
        <p:spPr>
          <a:xfrm>
            <a:off x="1593471" y="1991729"/>
            <a:ext cx="1750328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39" hasCustomPrompt="1"/>
            <p:custDataLst>
              <p:tags r:id="rId12"/>
            </p:custDataLst>
          </p:nvPr>
        </p:nvSpPr>
        <p:spPr>
          <a:xfrm>
            <a:off x="1593471" y="4065547"/>
            <a:ext cx="1750328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40" name="Text Placeholder 2"/>
          <p:cNvSpPr>
            <a:spLocks noGrp="1"/>
          </p:cNvSpPr>
          <p:nvPr>
            <p:ph type="body" sz="quarter" idx="40" hasCustomPrompt="1"/>
            <p:custDataLst>
              <p:tags r:id="rId13"/>
            </p:custDataLst>
          </p:nvPr>
        </p:nvSpPr>
        <p:spPr>
          <a:xfrm>
            <a:off x="4637461" y="4065547"/>
            <a:ext cx="1750328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41" name="Text Placeholder 2"/>
          <p:cNvSpPr>
            <a:spLocks noGrp="1"/>
          </p:cNvSpPr>
          <p:nvPr>
            <p:ph type="body" sz="quarter" idx="41" hasCustomPrompt="1"/>
            <p:custDataLst>
              <p:tags r:id="rId14"/>
            </p:custDataLst>
          </p:nvPr>
        </p:nvSpPr>
        <p:spPr>
          <a:xfrm>
            <a:off x="7671600" y="4065547"/>
            <a:ext cx="1750328" cy="97930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662823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2" pos="2267">
          <p15:clr>
            <a:srgbClr val="FBAE40"/>
          </p15:clr>
        </p15:guide>
        <p15:guide id="3" pos="2402">
          <p15:clr>
            <a:srgbClr val="FBAE40"/>
          </p15:clr>
        </p15:guide>
        <p15:guide id="4" pos="4331">
          <p15:clr>
            <a:srgbClr val="FBAE40"/>
          </p15:clr>
        </p15:guide>
        <p15:guide id="5" pos="4467">
          <p15:clr>
            <a:srgbClr val="FBAE40"/>
          </p15:clr>
        </p15:guide>
        <p15:guide id="6" orient="horz" pos="1077">
          <p15:clr>
            <a:srgbClr val="FBAE40"/>
          </p15:clr>
        </p15:guide>
        <p15:guide id="7" orient="horz" pos="4195">
          <p15:clr>
            <a:srgbClr val="FBAE40"/>
          </p15:clr>
        </p15:guide>
        <p15:guide id="10" pos="1087">
          <p15:clr>
            <a:srgbClr val="FBAE40"/>
          </p15:clr>
        </p15:guide>
        <p15:guide id="11" pos="3152">
          <p15:clr>
            <a:srgbClr val="FBAE40"/>
          </p15:clr>
        </p15:guide>
        <p15:guide id="12" pos="52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235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7"/>
          <p:cNvSpPr>
            <a:spLocks noGrp="1"/>
          </p:cNvSpPr>
          <p:nvPr>
            <p:ph type="sldNum" sz="quarter" idx="11"/>
            <p:custDataLst>
              <p:tags r:id="rId1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950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5052454" y="1991730"/>
            <a:ext cx="4353407" cy="4049705"/>
          </a:xfrm>
        </p:spPr>
        <p:txBody>
          <a:bodyPr/>
          <a:lstStyle>
            <a:lvl1pPr marL="0" indent="0">
              <a:spcAft>
                <a:spcPts val="544"/>
              </a:spcAft>
              <a:buFont typeface="Arial" panose="020B0604020202020204" pitchFamily="34" charset="0"/>
              <a:buNone/>
              <a:tabLst>
                <a:tab pos="4260052" algn="r"/>
              </a:tabLst>
              <a:defRPr sz="816" b="1">
                <a:solidFill>
                  <a:schemeClr val="tx1"/>
                </a:solidFill>
              </a:defRPr>
            </a:lvl1pPr>
            <a:lvl2pPr marL="0" indent="0">
              <a:spcAft>
                <a:spcPts val="272"/>
              </a:spcAft>
              <a:buFont typeface="Arial" panose="020B0604020202020204" pitchFamily="34" charset="0"/>
              <a:buNone/>
              <a:tabLst>
                <a:tab pos="4260052" algn="r"/>
              </a:tabLst>
              <a:defRPr sz="816" b="0">
                <a:solidFill>
                  <a:schemeClr val="tx1"/>
                </a:solidFill>
              </a:defRPr>
            </a:lvl2pPr>
            <a:lvl3pPr marL="163296" indent="0">
              <a:spcAft>
                <a:spcPts val="272"/>
              </a:spcAft>
              <a:buFont typeface="Arial" panose="020B0604020202020204" pitchFamily="34" charset="0"/>
              <a:buNone/>
              <a:tabLst>
                <a:tab pos="4260052" algn="r"/>
              </a:tabLst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272"/>
              </a:spcAft>
              <a:buNone/>
              <a:tabLst>
                <a:tab pos="4260052" algn="r"/>
              </a:tabLst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272"/>
              </a:spcAft>
              <a:buNone/>
              <a:tabLst>
                <a:tab pos="4260052" algn="r"/>
              </a:tabLst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272"/>
              </a:spcAft>
              <a:buFont typeface="Arial" panose="020B0604020202020204" pitchFamily="34" charset="0"/>
              <a:buNone/>
              <a:tabLst>
                <a:tab pos="4260052" algn="r"/>
              </a:tabLst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272"/>
              </a:spcAft>
              <a:buFont typeface="Arial" panose="020B0604020202020204" pitchFamily="34" charset="0"/>
              <a:buNone/>
              <a:tabLst>
                <a:tab pos="4260052" algn="r"/>
              </a:tabLst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272"/>
              </a:spcAft>
              <a:buFont typeface="Arial" panose="020B0604020202020204" pitchFamily="34" charset="0"/>
              <a:buNone/>
              <a:tabLst>
                <a:tab pos="4260052" algn="r"/>
              </a:tabLst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272"/>
              </a:spcAft>
              <a:buFont typeface="Arial" panose="020B0604020202020204" pitchFamily="34" charset="0"/>
              <a:buNone/>
              <a:tabLst>
                <a:tab pos="4260052" algn="r"/>
              </a:tabLst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Level 2</a:t>
            </a:r>
          </a:p>
          <a:p>
            <a:pPr lvl="2"/>
            <a:r>
              <a:rPr lang="en-GB"/>
              <a:t>Level 3</a:t>
            </a:r>
          </a:p>
          <a:p>
            <a:pPr lvl="3"/>
            <a:r>
              <a:rPr lang="en-GB"/>
              <a:t>Level 4</a:t>
            </a:r>
          </a:p>
          <a:p>
            <a:pPr lvl="4"/>
            <a:r>
              <a:rPr lang="en-GB"/>
              <a:t>Level 5</a:t>
            </a:r>
          </a:p>
          <a:p>
            <a:pPr lvl="5"/>
            <a:r>
              <a:rPr lang="en-GB"/>
              <a:t>Level 6</a:t>
            </a:r>
          </a:p>
          <a:p>
            <a:pPr lvl="6"/>
            <a:r>
              <a:rPr lang="en-GB"/>
              <a:t>Level 7</a:t>
            </a:r>
          </a:p>
          <a:p>
            <a:pPr lvl="7"/>
            <a:r>
              <a:rPr lang="en-GB"/>
              <a:t>Level 8</a:t>
            </a:r>
          </a:p>
          <a:p>
            <a:pPr lvl="8"/>
            <a:r>
              <a:rPr lang="en-GB"/>
              <a:t>Level 9</a:t>
            </a:r>
          </a:p>
          <a:p>
            <a:pPr lvl="0"/>
            <a:endParaRPr lang="en-GB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5052454" y="1049975"/>
            <a:ext cx="4352712" cy="4523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3266" b="1" i="0" kern="1200">
                <a:solidFill>
                  <a:srgbClr val="22A06C"/>
                </a:solidFill>
                <a:effectLst/>
                <a:latin typeface="+mj-lt"/>
                <a:ea typeface="+mn-ea"/>
                <a:cs typeface="+mn-cs"/>
              </a:rPr>
              <a:t>Contents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1"/>
            <p:custDataLst>
              <p:tags r:id="rId3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897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436">
          <p15:clr>
            <a:srgbClr val="FBAE40"/>
          </p15:clr>
        </p15:guide>
        <p15:guide id="3" orient="horz" pos="1383">
          <p15:clr>
            <a:srgbClr val="FBAE40"/>
          </p15:clr>
        </p15:guide>
        <p15:guide id="5" orient="horz" pos="4195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t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1A3F162-4001-4277-AEF3-DCB4A0F11387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7571385" y="1339000"/>
            <a:ext cx="1834477" cy="1142381"/>
          </a:xfrm>
        </p:spPr>
        <p:txBody>
          <a:bodyPr/>
          <a:lstStyle>
            <a:lvl1pPr marL="0" indent="0">
              <a:spcAft>
                <a:spcPts val="272"/>
              </a:spcAft>
              <a:buFont typeface="Arial" panose="020B0604020202020204" pitchFamily="34" charset="0"/>
              <a:buNone/>
              <a:defRPr sz="726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726" b="0">
                <a:solidFill>
                  <a:schemeClr val="tx1"/>
                </a:solidFill>
              </a:defRPr>
            </a:lvl2pPr>
            <a:lvl3pPr marL="0" indent="0">
              <a:spcBef>
                <a:spcPts val="272"/>
              </a:spcBef>
              <a:spcAft>
                <a:spcPts val="0"/>
              </a:spcAft>
              <a:buFont typeface="Arial" panose="020B0604020202020204" pitchFamily="34" charset="0"/>
              <a:buNone/>
              <a:defRPr sz="72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None/>
              <a:defRPr sz="72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None/>
              <a:defRPr sz="72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72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72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72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72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2" hasCustomPrompt="1"/>
            <p:custDataLst>
              <p:tags r:id="rId2"/>
            </p:custDataLst>
          </p:nvPr>
        </p:nvSpPr>
        <p:spPr>
          <a:xfrm>
            <a:off x="498610" y="2939269"/>
            <a:ext cx="6870948" cy="310216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0">
                <a:solidFill>
                  <a:srgbClr val="22A06C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3pPr>
            <a:lvl4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4pPr>
            <a:lvl5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5pPr>
            <a:lvl6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6pPr>
            <a:lvl7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7pPr>
            <a:lvl8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8pPr>
            <a:lvl9pPr marL="163296" indent="-163296">
              <a:buFont typeface="Arial" panose="020B0604020202020204" pitchFamily="34" charset="0"/>
              <a:buChar char="•"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498610" y="1516489"/>
            <a:ext cx="3001871" cy="979756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31D512-2214-98FC-1B0F-92ED6FFD7D0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4823" y="44624"/>
            <a:ext cx="2506519" cy="134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59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47">
          <p15:clr>
            <a:srgbClr val="FBAE40"/>
          </p15:clr>
        </p15:guide>
        <p15:guide id="2" pos="5012">
          <p15:clr>
            <a:srgbClr val="FBAE40"/>
          </p15:clr>
        </p15:guide>
        <p15:guide id="3" orient="horz" pos="2041">
          <p15:clr>
            <a:srgbClr val="FBAE40"/>
          </p15:clr>
        </p15:guide>
        <p15:guide id="4" orient="horz" pos="1043">
          <p15:clr>
            <a:srgbClr val="FBAE40"/>
          </p15:clr>
        </p15:guide>
        <p15:guide id="5" orient="horz" pos="4195">
          <p15:clr>
            <a:srgbClr val="FBAE40"/>
          </p15:clr>
        </p15:guide>
        <p15:guide id="6" orient="horz" pos="1723">
          <p15:clr>
            <a:srgbClr val="FBAE40"/>
          </p15:clr>
        </p15:guide>
        <p15:guide id="7" orient="horz" pos="4626">
          <p15:clr>
            <a:srgbClr val="FBAE40"/>
          </p15:clr>
        </p15:guide>
        <p15:guide id="8" orient="horz" pos="93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20" hasCustomPrompt="1"/>
            <p:custDataLst>
              <p:tags r:id="rId1"/>
            </p:custDataLst>
          </p:nvPr>
        </p:nvSpPr>
        <p:spPr>
          <a:xfrm>
            <a:off x="2775063" y="1991730"/>
            <a:ext cx="6630799" cy="404970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12" name="Picture Placeholder 17"/>
          <p:cNvSpPr>
            <a:spLocks noGrp="1"/>
          </p:cNvSpPr>
          <p:nvPr>
            <p:ph type="pic" sz="quarter" idx="23" hasCustomPrompt="1"/>
            <p:custDataLst>
              <p:tags r:id="rId2"/>
            </p:custDataLst>
          </p:nvPr>
        </p:nvSpPr>
        <p:spPr>
          <a:xfrm>
            <a:off x="500080" y="1991729"/>
            <a:ext cx="1200748" cy="1175708"/>
          </a:xfrm>
          <a:prstGeom prst="ellipse">
            <a:avLst/>
          </a:prstGeom>
          <a:ln w="57150">
            <a:solidFill>
              <a:schemeClr val="accent6"/>
            </a:solidFill>
          </a:ln>
        </p:spPr>
        <p:txBody>
          <a:bodyPr anchor="ctr"/>
          <a:lstStyle>
            <a:lvl1pPr algn="ctr">
              <a:defRPr sz="907" baseline="0"/>
            </a:lvl1pPr>
          </a:lstStyle>
          <a:p>
            <a:r>
              <a:rPr lang="en-GB"/>
              <a:t>Click ‘Insert Image’ from the Brandmaker ribbon</a:t>
            </a:r>
          </a:p>
        </p:txBody>
      </p:sp>
      <p:grpSp>
        <p:nvGrpSpPr>
          <p:cNvPr id="13" name="Group 12"/>
          <p:cNvGrpSpPr/>
          <p:nvPr>
            <p:custDataLst>
              <p:tags r:id="rId3"/>
            </p:custDataLst>
          </p:nvPr>
        </p:nvGrpSpPr>
        <p:grpSpPr>
          <a:xfrm>
            <a:off x="500312" y="408232"/>
            <a:ext cx="8905550" cy="1143049"/>
            <a:chOff x="540000" y="450000"/>
            <a:chExt cx="9612000" cy="1260000"/>
          </a:xfrm>
        </p:grpSpPr>
        <p:cxnSp>
          <p:nvCxnSpPr>
            <p:cNvPr id="17" name="Straight Connector 16"/>
            <p:cNvCxnSpPr>
              <a:cxnSpLocks/>
            </p:cNvCxnSpPr>
            <p:nvPr/>
          </p:nvCxnSpPr>
          <p:spPr>
            <a:xfrm>
              <a:off x="540000" y="450000"/>
              <a:ext cx="9612000" cy="0"/>
            </a:xfrm>
            <a:prstGeom prst="line">
              <a:avLst/>
            </a:prstGeom>
            <a:ln w="12700">
              <a:solidFill>
                <a:schemeClr val="accent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cxnSpLocks/>
            </p:cNvCxnSpPr>
            <p:nvPr/>
          </p:nvCxnSpPr>
          <p:spPr>
            <a:xfrm>
              <a:off x="540000" y="1710000"/>
              <a:ext cx="9612000" cy="0"/>
            </a:xfrm>
            <a:prstGeom prst="line">
              <a:avLst/>
            </a:prstGeom>
            <a:ln w="12700">
              <a:solidFill>
                <a:schemeClr val="accent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F3CE08-BAC9-4448-A273-EE9F37B6944C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Slide Number Placeholder 7"/>
          <p:cNvSpPr>
            <a:spLocks noGrp="1"/>
          </p:cNvSpPr>
          <p:nvPr>
            <p:ph type="sldNum" sz="quarter" idx="11"/>
            <p:custDataLst>
              <p:tags r:id="rId5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38" hasCustomPrompt="1"/>
            <p:custDataLst>
              <p:tags r:id="rId6"/>
            </p:custDataLst>
          </p:nvPr>
        </p:nvSpPr>
        <p:spPr>
          <a:xfrm>
            <a:off x="500311" y="4049704"/>
            <a:ext cx="2072924" cy="199173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816" b="1">
                <a:solidFill>
                  <a:schemeClr val="tx1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2pPr>
            <a:lvl3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3pPr>
            <a:lvl4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4pPr>
            <a:lvl5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5pPr>
            <a:lvl6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6pPr>
            <a:lvl7pPr marL="0" indent="0">
              <a:spcAft>
                <a:spcPts val="0"/>
              </a:spcAft>
              <a:buNone/>
              <a:defRPr sz="816" b="0">
                <a:solidFill>
                  <a:schemeClr val="tx1"/>
                </a:solidFill>
              </a:defRPr>
            </a:lvl7pPr>
            <a:lvl8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8pPr>
            <a:lvl9pPr marL="0" indent="0">
              <a:spcAft>
                <a:spcPts val="0"/>
              </a:spcAft>
              <a:buFont typeface="Arial" panose="020B0604020202020204" pitchFamily="34" charset="0"/>
              <a:buNone/>
              <a:defRPr sz="816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3448413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383">
          <p15:clr>
            <a:srgbClr val="FBAE40"/>
          </p15:clr>
        </p15:guide>
        <p15:guide id="4" orient="horz" pos="1077">
          <p15:clr>
            <a:srgbClr val="FBAE40"/>
          </p15:clr>
        </p15:guide>
        <p15:guide id="5" orient="horz" pos="4195">
          <p15:clr>
            <a:srgbClr val="FBAE40"/>
          </p15:clr>
        </p15:guide>
        <p15:guide id="8" pos="1752">
          <p15:clr>
            <a:srgbClr val="FBAE40"/>
          </p15:clr>
        </p15:guide>
        <p15:guide id="9" pos="188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8"/>
          <p:cNvSpPr>
            <a:spLocks noGrp="1"/>
          </p:cNvSpPr>
          <p:nvPr>
            <p:ph type="pic" sz="quarter" idx="10" hasCustomPrompt="1"/>
            <p:custDataLst>
              <p:tags r:id="rId1"/>
            </p:custDataLst>
          </p:nvPr>
        </p:nvSpPr>
        <p:spPr>
          <a:xfrm>
            <a:off x="2463631" y="1274516"/>
            <a:ext cx="7442369" cy="5583486"/>
          </a:xfrm>
          <a:custGeom>
            <a:avLst/>
            <a:gdLst>
              <a:gd name="connsiteX0" fmla="*/ 6595373 w 6818312"/>
              <a:gd name="connsiteY0" fmla="*/ 0 h 4515637"/>
              <a:gd name="connsiteX1" fmla="*/ 6818312 w 6818312"/>
              <a:gd name="connsiteY1" fmla="*/ 0 h 4515637"/>
              <a:gd name="connsiteX2" fmla="*/ 6818312 w 6818312"/>
              <a:gd name="connsiteY2" fmla="*/ 4515637 h 4515637"/>
              <a:gd name="connsiteX3" fmla="*/ 0 w 6818312"/>
              <a:gd name="connsiteY3" fmla="*/ 4515637 h 4515637"/>
              <a:gd name="connsiteX4" fmla="*/ 6533645 w 6818312"/>
              <a:gd name="connsiteY4" fmla="*/ 1980 h 4515637"/>
              <a:gd name="connsiteX0" fmla="*/ 6595373 w 6818312"/>
              <a:gd name="connsiteY0" fmla="*/ 0 h 4515637"/>
              <a:gd name="connsiteX1" fmla="*/ 6818312 w 6818312"/>
              <a:gd name="connsiteY1" fmla="*/ 0 h 4515637"/>
              <a:gd name="connsiteX2" fmla="*/ 6818312 w 6818312"/>
              <a:gd name="connsiteY2" fmla="*/ 4515637 h 4515637"/>
              <a:gd name="connsiteX3" fmla="*/ 0 w 6818312"/>
              <a:gd name="connsiteY3" fmla="*/ 4515637 h 4515637"/>
              <a:gd name="connsiteX4" fmla="*/ 6533645 w 6818312"/>
              <a:gd name="connsiteY4" fmla="*/ 1980 h 4515637"/>
              <a:gd name="connsiteX5" fmla="*/ 6595373 w 6818312"/>
              <a:gd name="connsiteY5" fmla="*/ 0 h 4515637"/>
              <a:gd name="connsiteX0" fmla="*/ 6533645 w 6818312"/>
              <a:gd name="connsiteY0" fmla="*/ 1980 h 4515637"/>
              <a:gd name="connsiteX1" fmla="*/ 6818312 w 6818312"/>
              <a:gd name="connsiteY1" fmla="*/ 0 h 4515637"/>
              <a:gd name="connsiteX2" fmla="*/ 6818312 w 6818312"/>
              <a:gd name="connsiteY2" fmla="*/ 4515637 h 4515637"/>
              <a:gd name="connsiteX3" fmla="*/ 0 w 6818312"/>
              <a:gd name="connsiteY3" fmla="*/ 4515637 h 4515637"/>
              <a:gd name="connsiteX4" fmla="*/ 6533645 w 6818312"/>
              <a:gd name="connsiteY4" fmla="*/ 1980 h 4515637"/>
              <a:gd name="connsiteX0" fmla="*/ 0 w 6818312"/>
              <a:gd name="connsiteY0" fmla="*/ 4515637 h 4515637"/>
              <a:gd name="connsiteX1" fmla="*/ 6818312 w 6818312"/>
              <a:gd name="connsiteY1" fmla="*/ 0 h 4515637"/>
              <a:gd name="connsiteX2" fmla="*/ 6818312 w 6818312"/>
              <a:gd name="connsiteY2" fmla="*/ 4515637 h 4515637"/>
              <a:gd name="connsiteX3" fmla="*/ 0 w 6818312"/>
              <a:gd name="connsiteY3" fmla="*/ 4515637 h 4515637"/>
              <a:gd name="connsiteX0" fmla="*/ 0 w 6818312"/>
              <a:gd name="connsiteY0" fmla="*/ 4516589 h 4516589"/>
              <a:gd name="connsiteX1" fmla="*/ 6818312 w 6818312"/>
              <a:gd name="connsiteY1" fmla="*/ 952 h 4516589"/>
              <a:gd name="connsiteX2" fmla="*/ 6818312 w 6818312"/>
              <a:gd name="connsiteY2" fmla="*/ 4516589 h 4516589"/>
              <a:gd name="connsiteX3" fmla="*/ 0 w 6818312"/>
              <a:gd name="connsiteY3" fmla="*/ 4516589 h 4516589"/>
              <a:gd name="connsiteX0" fmla="*/ 0 w 6818312"/>
              <a:gd name="connsiteY0" fmla="*/ 4516974 h 4516974"/>
              <a:gd name="connsiteX1" fmla="*/ 6818312 w 6818312"/>
              <a:gd name="connsiteY1" fmla="*/ 1337 h 4516974"/>
              <a:gd name="connsiteX2" fmla="*/ 6818312 w 6818312"/>
              <a:gd name="connsiteY2" fmla="*/ 4516974 h 4516974"/>
              <a:gd name="connsiteX3" fmla="*/ 0 w 6818312"/>
              <a:gd name="connsiteY3" fmla="*/ 4516974 h 4516974"/>
              <a:gd name="connsiteX0" fmla="*/ 0 w 6818312"/>
              <a:gd name="connsiteY0" fmla="*/ 4516813 h 4516813"/>
              <a:gd name="connsiteX1" fmla="*/ 6818312 w 6818312"/>
              <a:gd name="connsiteY1" fmla="*/ 1176 h 4516813"/>
              <a:gd name="connsiteX2" fmla="*/ 6818312 w 6818312"/>
              <a:gd name="connsiteY2" fmla="*/ 4516813 h 4516813"/>
              <a:gd name="connsiteX3" fmla="*/ 0 w 6818312"/>
              <a:gd name="connsiteY3" fmla="*/ 4516813 h 4516813"/>
              <a:gd name="connsiteX0" fmla="*/ 0 w 6818312"/>
              <a:gd name="connsiteY0" fmla="*/ 4515637 h 4515637"/>
              <a:gd name="connsiteX1" fmla="*/ 6818312 w 6818312"/>
              <a:gd name="connsiteY1" fmla="*/ 0 h 4515637"/>
              <a:gd name="connsiteX2" fmla="*/ 6818312 w 6818312"/>
              <a:gd name="connsiteY2" fmla="*/ 4515637 h 4515637"/>
              <a:gd name="connsiteX3" fmla="*/ 0 w 6818312"/>
              <a:gd name="connsiteY3" fmla="*/ 4515637 h 4515637"/>
              <a:gd name="connsiteX0" fmla="*/ 0 w 6818312"/>
              <a:gd name="connsiteY0" fmla="*/ 4515652 h 4515652"/>
              <a:gd name="connsiteX1" fmla="*/ 6818312 w 6818312"/>
              <a:gd name="connsiteY1" fmla="*/ 15 h 4515652"/>
              <a:gd name="connsiteX2" fmla="*/ 6818312 w 6818312"/>
              <a:gd name="connsiteY2" fmla="*/ 4515652 h 4515652"/>
              <a:gd name="connsiteX3" fmla="*/ 0 w 6818312"/>
              <a:gd name="connsiteY3" fmla="*/ 4515652 h 4515652"/>
              <a:gd name="connsiteX0" fmla="*/ 0 w 6818312"/>
              <a:gd name="connsiteY0" fmla="*/ 4515652 h 4515652"/>
              <a:gd name="connsiteX1" fmla="*/ 6818312 w 6818312"/>
              <a:gd name="connsiteY1" fmla="*/ 15 h 4515652"/>
              <a:gd name="connsiteX2" fmla="*/ 6818312 w 6818312"/>
              <a:gd name="connsiteY2" fmla="*/ 4515652 h 4515652"/>
              <a:gd name="connsiteX3" fmla="*/ 0 w 6818312"/>
              <a:gd name="connsiteY3" fmla="*/ 4515652 h 4515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18312" h="4515652">
                <a:moveTo>
                  <a:pt x="0" y="4515652"/>
                </a:moveTo>
                <a:cubicBezTo>
                  <a:pt x="361003" y="3076563"/>
                  <a:pt x="2342654" y="-7784"/>
                  <a:pt x="6818312" y="15"/>
                </a:cubicBezTo>
                <a:lnTo>
                  <a:pt x="6818312" y="4515652"/>
                </a:lnTo>
                <a:lnTo>
                  <a:pt x="0" y="4515652"/>
                </a:lnTo>
                <a:close/>
              </a:path>
            </a:pathLst>
          </a:custGeom>
          <a:noFill/>
        </p:spPr>
        <p:txBody>
          <a:bodyPr wrap="square" anchor="ctr" anchorCtr="1">
            <a:noAutofit/>
          </a:bodyPr>
          <a:lstStyle>
            <a:lvl1pPr>
              <a:defRPr/>
            </a:lvl1pPr>
          </a:lstStyle>
          <a:p>
            <a:r>
              <a:rPr lang="en-US"/>
              <a:t>Click ‘Insert Image’ from the ribbon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498610" y="1991729"/>
            <a:ext cx="5870325" cy="1632927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265" b="1">
                <a:solidFill>
                  <a:srgbClr val="22A06C"/>
                </a:solidFill>
              </a:defRPr>
            </a:lvl1pPr>
            <a:lvl2pPr marL="0" indent="0">
              <a:spcBef>
                <a:spcPts val="4354"/>
              </a:spcBef>
              <a:spcAft>
                <a:spcPts val="0"/>
              </a:spcAft>
              <a:buFont typeface="Arial" panose="020B0604020202020204" pitchFamily="34" charset="0"/>
              <a:buNone/>
              <a:defRPr sz="1633" b="0">
                <a:solidFill>
                  <a:schemeClr val="tx1"/>
                </a:solidFill>
              </a:defRPr>
            </a:lvl2pPr>
            <a:lvl3pPr marL="0" indent="0">
              <a:spcBef>
                <a:spcPts val="1633"/>
              </a:spcBef>
              <a:spcAft>
                <a:spcPts val="0"/>
              </a:spcAft>
              <a:buFont typeface="Arial" panose="020B0604020202020204" pitchFamily="34" charset="0"/>
              <a:buNone/>
              <a:defRPr sz="816" b="1">
                <a:solidFill>
                  <a:srgbClr val="A82B64"/>
                </a:solidFill>
              </a:defRPr>
            </a:lvl3pPr>
            <a:lvl4pPr marL="0" indent="0">
              <a:spcBef>
                <a:spcPts val="1633"/>
              </a:spcBef>
              <a:spcAft>
                <a:spcPts val="0"/>
              </a:spcAft>
              <a:buNone/>
              <a:defRPr sz="816" b="1">
                <a:solidFill>
                  <a:schemeClr val="accent3"/>
                </a:solidFill>
              </a:defRPr>
            </a:lvl4pPr>
            <a:lvl5pPr marL="0" indent="0">
              <a:spcBef>
                <a:spcPts val="1633"/>
              </a:spcBef>
              <a:spcAft>
                <a:spcPts val="0"/>
              </a:spcAft>
              <a:buNone/>
              <a:defRPr sz="816" b="1">
                <a:solidFill>
                  <a:schemeClr val="accent3"/>
                </a:solidFill>
              </a:defRPr>
            </a:lvl5pPr>
            <a:lvl6pPr marL="0" indent="0">
              <a:spcBef>
                <a:spcPts val="1633"/>
              </a:spcBef>
              <a:spcAft>
                <a:spcPts val="0"/>
              </a:spcAft>
              <a:buFont typeface="Arial" panose="020B0604020202020204" pitchFamily="34" charset="0"/>
              <a:buNone/>
              <a:defRPr sz="816" b="1">
                <a:solidFill>
                  <a:schemeClr val="accent3"/>
                </a:solidFill>
              </a:defRPr>
            </a:lvl6pPr>
            <a:lvl7pPr marL="0" indent="0">
              <a:spcBef>
                <a:spcPts val="1633"/>
              </a:spcBef>
              <a:spcAft>
                <a:spcPts val="0"/>
              </a:spcAft>
              <a:buFont typeface="Arial" panose="020B0604020202020204" pitchFamily="34" charset="0"/>
              <a:buNone/>
              <a:defRPr sz="816" b="1">
                <a:solidFill>
                  <a:schemeClr val="accent3"/>
                </a:solidFill>
              </a:defRPr>
            </a:lvl7pPr>
            <a:lvl8pPr marL="0" indent="0">
              <a:spcBef>
                <a:spcPts val="1633"/>
              </a:spcBef>
              <a:spcAft>
                <a:spcPts val="0"/>
              </a:spcAft>
              <a:buFont typeface="Arial" panose="020B0604020202020204" pitchFamily="34" charset="0"/>
              <a:buNone/>
              <a:defRPr sz="816" b="1">
                <a:solidFill>
                  <a:schemeClr val="accent3"/>
                </a:solidFill>
              </a:defRPr>
            </a:lvl8pPr>
            <a:lvl9pPr marL="0" indent="0">
              <a:spcBef>
                <a:spcPts val="1633"/>
              </a:spcBef>
              <a:spcAft>
                <a:spcPts val="0"/>
              </a:spcAft>
              <a:buFont typeface="Arial" panose="020B0604020202020204" pitchFamily="34" charset="0"/>
              <a:buNone/>
              <a:defRPr sz="816" b="1"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/>
              <a:t>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7BD1AF-9C49-E929-1CCB-7E5A0FA3376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4823" y="44624"/>
            <a:ext cx="2506519" cy="134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24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3">
          <p15:clr>
            <a:srgbClr val="FBAE40"/>
          </p15:clr>
        </p15:guide>
        <p15:guide id="4" pos="43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2A06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592086" y="2041148"/>
            <a:ext cx="4300582" cy="1095897"/>
          </a:xfrm>
        </p:spPr>
        <p:txBody>
          <a:bodyPr wrap="square">
            <a:spAutoFit/>
          </a:bodyPr>
          <a:lstStyle>
            <a:lvl1pPr>
              <a:defRPr>
                <a:solidFill>
                  <a:srgbClr val="22A06C"/>
                </a:solidFill>
              </a:defRPr>
            </a:lvl1pPr>
            <a:lvl2pPr>
              <a:defRPr>
                <a:solidFill>
                  <a:srgbClr val="22A06C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5024238" y="2041148"/>
            <a:ext cx="4300582" cy="1095897"/>
          </a:xfrm>
        </p:spPr>
        <p:txBody>
          <a:bodyPr wrap="square">
            <a:spAutoFit/>
          </a:bodyPr>
          <a:lstStyle>
            <a:lvl1pPr>
              <a:defRPr>
                <a:solidFill>
                  <a:srgbClr val="22A06C"/>
                </a:solidFill>
              </a:defRPr>
            </a:lvl1pPr>
            <a:lvl2pPr>
              <a:defRPr>
                <a:solidFill>
                  <a:srgbClr val="22A06C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4906411E-24A2-F718-524D-C31674ACBD73}"/>
              </a:ext>
            </a:extLst>
          </p:cNvPr>
          <p:cNvSpPr>
            <a:spLocks noGrp="1"/>
          </p:cNvSpPr>
          <p:nvPr>
            <p:ph type="sldNum" sz="quarter" idx="11"/>
            <p:custDataLst>
              <p:tags r:id="rId1"/>
            </p:custDataLst>
          </p:nvPr>
        </p:nvSpPr>
        <p:spPr>
          <a:xfrm>
            <a:off x="9189709" y="666000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8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tags" Target="../tags/tag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tags" Target="../tags/tag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1463" y="620871"/>
            <a:ext cx="9361487" cy="36671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Copyright1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gray">
          <a:xfrm>
            <a:off x="273050" y="6660000"/>
            <a:ext cx="4608513" cy="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tabLst>
                <a:tab pos="2244725" algn="l"/>
              </a:tabLst>
            </a:pPr>
            <a:r>
              <a:rPr lang="en-GB" sz="700" baseline="0" noProof="0" dirty="0">
                <a:solidFill>
                  <a:srgbClr val="808080"/>
                </a:solidFill>
                <a:latin typeface="Aptos" panose="020B0004020202020204" pitchFamily="34" charset="0"/>
                <a:ea typeface="MS Mincho" pitchFamily="49" charset="-128"/>
                <a:cs typeface="Arial" panose="020B0604020202020204" pitchFamily="34" charset="0"/>
              </a:rPr>
              <a:t>© 2026 Greenfields</a:t>
            </a:r>
            <a:endParaRPr lang="en-GB" sz="700" baseline="0" noProof="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73050" y="1412875"/>
            <a:ext cx="9359900" cy="1036181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ADB94BA-31B4-F7F3-7848-5CC019ACE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090" y="6660000"/>
            <a:ext cx="166771" cy="849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544">
                <a:solidFill>
                  <a:srgbClr val="22A06C"/>
                </a:solidFill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9FB695-3B7F-9BE0-2D09-E5C66297DD10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053751" y="6660000"/>
            <a:ext cx="4135308" cy="97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tabLst>
                <a:tab pos="2244725" algn="l"/>
              </a:tabLst>
              <a:defRPr sz="700" baseline="0">
                <a:solidFill>
                  <a:srgbClr val="808080"/>
                </a:solidFill>
                <a:latin typeface="Aptos" panose="020B0004020202020204" pitchFamily="34" charset="0"/>
                <a:ea typeface="MS Mincho" pitchFamily="49" charset="-128"/>
                <a:cs typeface="Arial" panose="020B0604020202020204" pitchFamily="34" charset="0"/>
              </a:defRPr>
            </a:lvl1pPr>
          </a:lstStyle>
          <a:p>
            <a:pPr lvl="0" algn="r"/>
            <a:r>
              <a:rPr lang="en-GB"/>
              <a:t>Greenfields Website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53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0" r:id="rId2"/>
    <p:sldLayoutId id="2147483649" r:id="rId3"/>
    <p:sldLayoutId id="2147483650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9" r:id="rId10"/>
    <p:sldLayoutId id="2147483658" r:id="rId11"/>
    <p:sldLayoutId id="214748370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2400" kern="1200" dirty="0">
          <a:solidFill>
            <a:srgbClr val="22A06C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400"/>
        </a:spcBef>
        <a:buFontTx/>
        <a:buNone/>
        <a:defRPr lang="en-US" sz="1200" b="0" kern="1200" dirty="0" smtClean="0">
          <a:solidFill>
            <a:srgbClr val="22A06C"/>
          </a:solidFill>
          <a:latin typeface="Aptos" panose="020B0004020202020204" pitchFamily="34" charset="0"/>
          <a:ea typeface="+mn-ea"/>
          <a:cs typeface="Arial" pitchFamily="34" charset="0"/>
        </a:defRPr>
      </a:lvl1pPr>
      <a:lvl2pPr marL="0" indent="0" algn="l" defTabSz="914400" rtl="0" eaLnBrk="1" latinLnBrk="0" hangingPunct="1">
        <a:spcBef>
          <a:spcPts val="400"/>
        </a:spcBef>
        <a:buFont typeface="Arial" panose="020B0604020202020204" pitchFamily="34" charset="0"/>
        <a:buNone/>
        <a:tabLst/>
        <a:defRPr sz="105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71450" indent="-171450" algn="l" defTabSz="914400" rtl="0" eaLnBrk="1" latinLnBrk="0" hangingPunct="1">
        <a:spcBef>
          <a:spcPts val="400"/>
        </a:spcBef>
        <a:buClr>
          <a:schemeClr val="accent6"/>
        </a:buClr>
        <a:buFont typeface="Arial" panose="020B0604020202020204" pitchFamily="34" charset="0"/>
        <a:buChar char="•"/>
        <a:defRPr lang="en-US" sz="105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360363" indent="-180975" algn="l" defTabSz="914400" rtl="0" eaLnBrk="1" latinLnBrk="0" hangingPunct="1">
        <a:spcBef>
          <a:spcPts val="400"/>
        </a:spcBef>
        <a:buClr>
          <a:schemeClr val="accent6"/>
        </a:buClr>
        <a:buFont typeface="Symbol" panose="05050102010706020507" pitchFamily="18" charset="2"/>
        <a:buChar char=""/>
        <a:defRPr lang="en-US" sz="105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539750" indent="-179388" algn="l" defTabSz="914400" rtl="0" eaLnBrk="1" latinLnBrk="0" hangingPunct="1">
        <a:spcBef>
          <a:spcPts val="400"/>
        </a:spcBef>
        <a:buClr>
          <a:schemeClr val="accent6"/>
        </a:buClr>
        <a:buFont typeface="Symbol" panose="05050102010706020507" pitchFamily="18" charset="2"/>
        <a:buChar char="-"/>
        <a:defRPr lang="en-GB" sz="105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719138" indent="-179388" algn="l" defTabSz="914400" rtl="0" eaLnBrk="1" latinLnBrk="0" hangingPunct="1">
        <a:spcBef>
          <a:spcPts val="400"/>
        </a:spcBef>
        <a:buClr>
          <a:schemeClr val="accent6"/>
        </a:buClr>
        <a:buFont typeface="Symbol" panose="05050102010706020507" pitchFamily="18" charset="2"/>
        <a:buChar char="-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900113" indent="-180975" algn="l" defTabSz="914400" rtl="0" eaLnBrk="1" latinLnBrk="0" hangingPunct="1">
        <a:spcBef>
          <a:spcPts val="400"/>
        </a:spcBef>
        <a:buClr>
          <a:schemeClr val="accent6"/>
        </a:buClr>
        <a:buFont typeface="Symbol" panose="05050102010706020507" pitchFamily="18" charset="2"/>
        <a:buChar char="-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079500" indent="-179388" algn="l" defTabSz="914400" rtl="0" eaLnBrk="1" latinLnBrk="0" hangingPunct="1">
        <a:spcBef>
          <a:spcPts val="400"/>
        </a:spcBef>
        <a:buClr>
          <a:schemeClr val="accent6"/>
        </a:buClr>
        <a:buFont typeface="Symbol" panose="05050102010706020507" pitchFamily="18" charset="2"/>
        <a:buChar char="-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258888" indent="-179388" algn="l" defTabSz="914400" rtl="0" eaLnBrk="1" latinLnBrk="0" hangingPunct="1">
        <a:spcBef>
          <a:spcPts val="400"/>
        </a:spcBef>
        <a:buClr>
          <a:schemeClr val="accent6"/>
        </a:buClr>
        <a:buFont typeface="Symbol" panose="05050102010706020507" pitchFamily="18" charset="2"/>
        <a:buChar char="-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312" y="489878"/>
            <a:ext cx="8905550" cy="10614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311" y="1991729"/>
            <a:ext cx="8905550" cy="40496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39090" y="6660000"/>
            <a:ext cx="166771" cy="849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544">
                <a:solidFill>
                  <a:srgbClr val="22A06C"/>
                </a:solidFill>
                <a:latin typeface="Aptos" panose="020B0004020202020204" pitchFamily="34" charset="0"/>
              </a:defRPr>
            </a:lvl1pPr>
          </a:lstStyle>
          <a:p>
            <a:fld id="{37B4438D-29B8-4FC7-9D64-F44FE400D0A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54FD7B-015F-4BEE-BC64-55F74133A442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5053751" y="6660000"/>
            <a:ext cx="4135308" cy="97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tabLst>
                <a:tab pos="2244725" algn="l"/>
              </a:tabLst>
              <a:defRPr sz="700" baseline="0">
                <a:solidFill>
                  <a:srgbClr val="808080"/>
                </a:solidFill>
                <a:latin typeface="Aptos" panose="020B0004020202020204" pitchFamily="34" charset="0"/>
                <a:ea typeface="MS Mincho" pitchFamily="49" charset="-128"/>
                <a:cs typeface="Arial" panose="020B0604020202020204" pitchFamily="34" charset="0"/>
              </a:defRPr>
            </a:lvl1pPr>
          </a:lstStyle>
          <a:p>
            <a:pPr lvl="0" algn="r"/>
            <a:r>
              <a:rPr lang="en-GB">
                <a:latin typeface="Aptos" panose="020B0004020202020204" pitchFamily="34" charset="0"/>
              </a:rPr>
              <a:t>Our Infrastructure and Project Finance Advisory Capabilities</a:t>
            </a:r>
          </a:p>
        </p:txBody>
      </p:sp>
      <p:sp>
        <p:nvSpPr>
          <p:cNvPr id="9" name="Copyright1">
            <a:extLst>
              <a:ext uri="{FF2B5EF4-FFF2-40B4-BE49-F238E27FC236}">
                <a16:creationId xmlns:a16="http://schemas.microsoft.com/office/drawing/2014/main" id="{BA43F7F2-B4B3-0E44-FBE0-D8BACF1394B6}"/>
              </a:ext>
            </a:extLst>
          </p:cNvPr>
          <p:cNvSpPr txBox="1">
            <a:spLocks noChangeArrowheads="1"/>
          </p:cNvSpPr>
          <p:nvPr userDrawn="1">
            <p:custDataLst>
              <p:tags r:id="rId30"/>
            </p:custDataLst>
          </p:nvPr>
        </p:nvSpPr>
        <p:spPr bwMode="gray">
          <a:xfrm>
            <a:off x="273050" y="6660000"/>
            <a:ext cx="4608513" cy="9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tabLst>
                <a:tab pos="2244725" algn="l"/>
              </a:tabLst>
            </a:pPr>
            <a:r>
              <a:rPr lang="en-GB" sz="700" baseline="0" noProof="0">
                <a:solidFill>
                  <a:srgbClr val="808080"/>
                </a:solidFill>
                <a:latin typeface="Aptos" panose="020B0004020202020204" pitchFamily="34" charset="0"/>
                <a:ea typeface="MS Mincho" pitchFamily="49" charset="-128"/>
                <a:cs typeface="Arial" panose="020B0604020202020204" pitchFamily="34" charset="0"/>
              </a:rPr>
              <a:t>© 2025 Greenfields</a:t>
            </a:r>
            <a:endParaRPr lang="en-GB" sz="700" baseline="0" noProof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398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90" r:id="rId23"/>
    <p:sldLayoutId id="2147483691" r:id="rId24"/>
    <p:sldLayoutId id="2147483692" r:id="rId25"/>
    <p:sldLayoutId id="2147483694" r:id="rId26"/>
    <p:sldLayoutId id="2147483695" r:id="rId27"/>
  </p:sldLayoutIdLst>
  <p:hf hdr="0" dt="0"/>
  <p:txStyles>
    <p:titleStyle>
      <a:lvl1pPr algn="l" defTabSz="914406" rtl="0" eaLnBrk="1" latinLnBrk="0" hangingPunct="1">
        <a:lnSpc>
          <a:spcPct val="90000"/>
        </a:lnSpc>
        <a:spcBef>
          <a:spcPct val="0"/>
        </a:spcBef>
        <a:buNone/>
        <a:defRPr sz="2903" b="1" kern="1200" baseline="0">
          <a:solidFill>
            <a:srgbClr val="22A06C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0" indent="0" algn="l" defTabSz="914406" rtl="0" eaLnBrk="1" latinLnBrk="0" hangingPunct="1">
        <a:lnSpc>
          <a:spcPct val="100000"/>
        </a:lnSpc>
        <a:spcBef>
          <a:spcPts val="0"/>
        </a:spcBef>
        <a:spcAft>
          <a:spcPts val="544"/>
        </a:spcAft>
        <a:buFont typeface="Arial" panose="020B0604020202020204" pitchFamily="34" charset="0"/>
        <a:buNone/>
        <a:defRPr sz="1225" kern="1200">
          <a:solidFill>
            <a:srgbClr val="22A06C"/>
          </a:solidFill>
          <a:latin typeface="Aptos" panose="020B0004020202020204" pitchFamily="34" charset="0"/>
          <a:ea typeface="+mn-ea"/>
          <a:cs typeface="+mn-cs"/>
        </a:defRPr>
      </a:lvl1pPr>
      <a:lvl2pPr marL="0" indent="0" algn="l" defTabSz="914406" rtl="0" eaLnBrk="1" latinLnBrk="0" hangingPunct="1">
        <a:lnSpc>
          <a:spcPct val="100000"/>
        </a:lnSpc>
        <a:spcBef>
          <a:spcPts val="0"/>
        </a:spcBef>
        <a:spcAft>
          <a:spcPts val="544"/>
        </a:spcAft>
        <a:buFont typeface="Arial" panose="020B0604020202020204" pitchFamily="34" charset="0"/>
        <a:buNone/>
        <a:defRPr sz="1633" b="0" kern="1200">
          <a:solidFill>
            <a:srgbClr val="22A06C"/>
          </a:solidFill>
          <a:latin typeface="Aptos" panose="020B0004020202020204" pitchFamily="34" charset="0"/>
          <a:ea typeface="+mn-ea"/>
          <a:cs typeface="+mn-cs"/>
        </a:defRPr>
      </a:lvl2pPr>
      <a:lvl3pPr marL="0" indent="0" algn="l" defTabSz="914406" rtl="0" eaLnBrk="1" latinLnBrk="0" hangingPunct="1">
        <a:lnSpc>
          <a:spcPct val="100000"/>
        </a:lnSpc>
        <a:spcBef>
          <a:spcPts val="0"/>
        </a:spcBef>
        <a:spcAft>
          <a:spcPts val="544"/>
        </a:spcAft>
        <a:buFont typeface="Arial" panose="020B0604020202020204" pitchFamily="34" charset="0"/>
        <a:buNone/>
        <a:defRPr sz="816" b="1" kern="1200">
          <a:solidFill>
            <a:srgbClr val="A82B64"/>
          </a:solidFill>
          <a:latin typeface="Aptos" panose="020B0004020202020204" pitchFamily="34" charset="0"/>
          <a:ea typeface="+mn-ea"/>
          <a:cs typeface="+mn-cs"/>
        </a:defRPr>
      </a:lvl3pPr>
      <a:lvl4pPr marL="0" indent="0" algn="l" defTabSz="914406" rtl="0" eaLnBrk="1" latinLnBrk="0" hangingPunct="1">
        <a:lnSpc>
          <a:spcPct val="100000"/>
        </a:lnSpc>
        <a:spcBef>
          <a:spcPts val="0"/>
        </a:spcBef>
        <a:spcAft>
          <a:spcPts val="544"/>
        </a:spcAft>
        <a:buFont typeface="Arial" panose="020B0604020202020204" pitchFamily="34" charset="0"/>
        <a:buNone/>
        <a:defRPr sz="816" kern="1200">
          <a:solidFill>
            <a:srgbClr val="A82B64"/>
          </a:solidFill>
          <a:latin typeface="Aptos" panose="020B0004020202020204" pitchFamily="34" charset="0"/>
          <a:ea typeface="+mn-ea"/>
          <a:cs typeface="+mn-cs"/>
        </a:defRPr>
      </a:lvl4pPr>
      <a:lvl5pPr marL="0" indent="0" algn="l" defTabSz="914406" rtl="0" eaLnBrk="1" latinLnBrk="0" hangingPunct="1">
        <a:lnSpc>
          <a:spcPct val="100000"/>
        </a:lnSpc>
        <a:spcBef>
          <a:spcPts val="0"/>
        </a:spcBef>
        <a:spcAft>
          <a:spcPts val="544"/>
        </a:spcAft>
        <a:buFont typeface="Arial" panose="020B0604020202020204" pitchFamily="34" charset="0"/>
        <a:buNone/>
        <a:defRPr sz="816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163296" indent="-163296" algn="l" defTabSz="914406" rtl="0" eaLnBrk="1" latinLnBrk="0" hangingPunct="1">
        <a:lnSpc>
          <a:spcPct val="100000"/>
        </a:lnSpc>
        <a:spcBef>
          <a:spcPts val="0"/>
        </a:spcBef>
        <a:spcAft>
          <a:spcPts val="544"/>
        </a:spcAft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6pPr>
      <a:lvl7pPr marL="326592" indent="-163296" algn="l" defTabSz="914406" rtl="0" eaLnBrk="1" latinLnBrk="0" hangingPunct="1">
        <a:lnSpc>
          <a:spcPct val="100000"/>
        </a:lnSpc>
        <a:spcBef>
          <a:spcPts val="0"/>
        </a:spcBef>
        <a:spcAft>
          <a:spcPts val="544"/>
        </a:spcAft>
        <a:buFont typeface="Arial" panose="020B0604020202020204" pitchFamily="34" charset="0"/>
        <a:buChar char="–"/>
        <a:defRPr sz="816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7pPr>
      <a:lvl8pPr marL="163296" indent="-163296" algn="l" defTabSz="914406" rtl="0" eaLnBrk="1" latinLnBrk="0" hangingPunct="1">
        <a:lnSpc>
          <a:spcPct val="100000"/>
        </a:lnSpc>
        <a:spcBef>
          <a:spcPts val="0"/>
        </a:spcBef>
        <a:spcAft>
          <a:spcPts val="544"/>
        </a:spcAft>
        <a:buFont typeface="+mj-lt"/>
        <a:buAutoNum type="arabicPeriod"/>
        <a:defRPr sz="816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8pPr>
      <a:lvl9pPr marL="326592" indent="-163296" algn="l" defTabSz="914406" rtl="0" eaLnBrk="1" latinLnBrk="0" hangingPunct="1">
        <a:lnSpc>
          <a:spcPct val="100000"/>
        </a:lnSpc>
        <a:spcBef>
          <a:spcPts val="0"/>
        </a:spcBef>
        <a:spcAft>
          <a:spcPts val="544"/>
        </a:spcAft>
        <a:buFont typeface="+mj-lt"/>
        <a:buAutoNum type="alphaLcPeriod"/>
        <a:defRPr sz="816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6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9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2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5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8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1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4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28">
          <p15:clr>
            <a:srgbClr val="FBAE40"/>
          </p15:clr>
        </p15:guide>
        <p15:guide id="2" pos="6395">
          <p15:clr>
            <a:srgbClr val="FBAE40"/>
          </p15:clr>
        </p15:guide>
        <p15:guide id="3" orient="horz" pos="340">
          <p15:clr>
            <a:srgbClr val="FBAE40"/>
          </p15:clr>
        </p15:guide>
        <p15:guide id="4" orient="horz" pos="4399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tags" Target="../tags/tag157.xml"/><Relationship Id="rId7" Type="http://schemas.openxmlformats.org/officeDocument/2006/relationships/tags" Target="../tags/tag161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box"/>
          <p:cNvSpPr txBox="1"/>
          <p:nvPr/>
        </p:nvSpPr>
        <p:spPr>
          <a:xfrm>
            <a:off x="-2" y="-315416"/>
            <a:ext cx="322204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919121">
              <a:defRPr sz="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GB"/>
              <a:t>Cover R&amp;R UK</a:t>
            </a:r>
          </a:p>
        </p:txBody>
      </p:sp>
      <p:sp>
        <p:nvSpPr>
          <p:cNvPr id="5" name="Project Title Placeholder 1">
            <a:extLst>
              <a:ext uri="{FF2B5EF4-FFF2-40B4-BE49-F238E27FC236}">
                <a16:creationId xmlns:a16="http://schemas.microsoft.com/office/drawing/2014/main" id="{72AF4998-5F99-CD58-6A7C-39B23F1D86B0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273050" y="2246070"/>
            <a:ext cx="9288462" cy="55394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  <a:defRPr lang="en-GB" sz="3200" b="0" kern="1200" baseline="0" dirty="0" smtClean="0">
                <a:solidFill>
                  <a:srgbClr val="54CBA0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spcBef>
                <a:spcPts val="400"/>
              </a:spcBef>
              <a:buFont typeface="Arial" panose="020B0604020202020204" pitchFamily="34" charset="0"/>
              <a:buNone/>
              <a:tabLst/>
              <a:defRPr sz="105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lang="en-US" sz="1050" kern="1200" dirty="0" smtClean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360363" indent="-180975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"/>
              <a:defRPr lang="en-US" sz="1050" kern="1200" dirty="0" smtClean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539750" indent="-179388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lang="en-GB" sz="1050" kern="1200" baseline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719138" indent="-179388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00113" indent="-180975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79500" indent="-179388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8888" indent="-179388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2"/>
                </a:solidFill>
              </a:rPr>
              <a:t>Website Input</a:t>
            </a:r>
            <a:endParaRPr lang="en-GB" sz="2800" b="1" dirty="0">
              <a:solidFill>
                <a:schemeClr val="bg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8868C1-FB33-599F-6DC6-70B8DC409B4A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2"/>
            </p:custDataLst>
          </p:nvPr>
        </p:nvSpPr>
        <p:spPr>
          <a:xfrm>
            <a:off x="273050" y="4005644"/>
            <a:ext cx="5832220" cy="215444"/>
          </a:xfrm>
        </p:spPr>
        <p:txBody>
          <a:bodyPr/>
          <a:lstStyle>
            <a:lvl1pPr>
              <a:spcBef>
                <a:spcPts val="400"/>
              </a:spcBef>
              <a:defRPr sz="1400" b="0">
                <a:latin typeface="Aptos" panose="020B0004020202020204" pitchFamily="34" charset="0"/>
                <a:cs typeface="Arial" panose="020B0604020202020204" pitchFamily="34" charset="0"/>
              </a:defRPr>
            </a:lvl1pPr>
            <a:lvl2pPr>
              <a:spcBef>
                <a:spcPts val="400"/>
              </a:spcBef>
              <a:defRPr sz="1200">
                <a:solidFill>
                  <a:schemeClr val="accent6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en-US" dirty="0">
                <a:solidFill>
                  <a:schemeClr val="accent2"/>
                </a:solidFill>
              </a:rPr>
              <a:t>March 2026</a:t>
            </a:r>
            <a:endParaRPr lang="en-US" noProof="0" dirty="0">
              <a:solidFill>
                <a:schemeClr val="accent2"/>
              </a:solidFill>
            </a:endParaRPr>
          </a:p>
        </p:txBody>
      </p:sp>
      <p:sp>
        <p:nvSpPr>
          <p:cNvPr id="7" name="Project Title Placeholder 1">
            <a:extLst>
              <a:ext uri="{FF2B5EF4-FFF2-40B4-BE49-F238E27FC236}">
                <a16:creationId xmlns:a16="http://schemas.microsoft.com/office/drawing/2014/main" id="{F2A0BE8B-6825-820A-94F2-1AC41F7B9DCD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73050" y="3140968"/>
            <a:ext cx="5832220" cy="36004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itchFamily="34" charset="0"/>
              <a:buNone/>
              <a:defRPr lang="en-GB" sz="3200" b="0" kern="1200" baseline="0" dirty="0" smtClean="0">
                <a:solidFill>
                  <a:srgbClr val="54CBA0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  <a:lvl2pPr marL="0" indent="0" algn="l" defTabSz="914400" rtl="0" eaLnBrk="1" latinLnBrk="0" hangingPunct="1">
              <a:spcBef>
                <a:spcPts val="400"/>
              </a:spcBef>
              <a:buFont typeface="Arial" panose="020B0604020202020204" pitchFamily="34" charset="0"/>
              <a:buNone/>
              <a:tabLst/>
              <a:defRPr sz="1050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lang="en-US" sz="1050" kern="1200" dirty="0" smtClean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 marL="360363" indent="-180975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"/>
              <a:defRPr lang="en-US" sz="1050" kern="1200" dirty="0" smtClean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 marL="539750" indent="-179388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lang="en-GB" sz="1050" kern="1200" baseline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  <a:lvl6pPr marL="719138" indent="-179388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00113" indent="-180975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79500" indent="-179388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8888" indent="-179388" algn="l" defTabSz="914400" rtl="0" eaLnBrk="1" latinLnBrk="0" hangingPunct="1">
              <a:spcBef>
                <a:spcPts val="400"/>
              </a:spcBef>
              <a:buClr>
                <a:schemeClr val="accent6"/>
              </a:buClr>
              <a:buFont typeface="Symbol" panose="05050102010706020507" pitchFamily="18" charset="2"/>
              <a:buChar char="-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Join Us Page</a:t>
            </a:r>
          </a:p>
        </p:txBody>
      </p:sp>
    </p:spTree>
    <p:extLst>
      <p:ext uri="{BB962C8B-B14F-4D97-AF65-F5344CB8AC3E}">
        <p14:creationId xmlns:p14="http://schemas.microsoft.com/office/powerpoint/2010/main" val="97209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3F45F-4192-A582-E3E0-E66E459EC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02CF9E-0324-AC5C-CF4A-4F5CC38B7543}"/>
              </a:ext>
            </a:extLst>
          </p:cNvPr>
          <p:cNvSpPr>
            <a:spLocks noGrp="1"/>
          </p:cNvSpPr>
          <p:nvPr>
            <p:ph type="sldNum" sz="quarter" idx="11"/>
            <p:custDataLst>
              <p:tags r:id="rId1"/>
            </p:custDataLst>
          </p:nvPr>
        </p:nvSpPr>
        <p:spPr>
          <a:xfrm>
            <a:off x="9416799" y="666936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5C31CB-B617-3ACD-AECD-EE7EFC01A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612000"/>
            <a:ext cx="9474000" cy="366713"/>
          </a:xfrm>
        </p:spPr>
        <p:txBody>
          <a:bodyPr/>
          <a:lstStyle/>
          <a:p>
            <a:r>
              <a:rPr lang="en-GB" b="1" dirty="0"/>
              <a:t>People and Culture</a:t>
            </a:r>
            <a:endParaRPr lang="da-DK" b="1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B900F7A8-83FB-AA78-753A-55F3B982C44E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15999" y="972000"/>
            <a:ext cx="9475200" cy="3426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400" kern="1200">
                <a:solidFill>
                  <a:srgbClr val="22A06C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14" dirty="0">
                <a:solidFill>
                  <a:schemeClr val="accent3">
                    <a:lumMod val="100000"/>
                  </a:schemeClr>
                </a:solidFill>
              </a:rPr>
              <a:t>Keep current content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14" dirty="0">
                <a:solidFill>
                  <a:schemeClr val="accent3">
                    <a:lumMod val="100000"/>
                  </a:schemeClr>
                </a:solidFill>
              </a:rPr>
              <a:t>Include culture picture provided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14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8FC28-AADF-D1B8-0EF0-6E2C63767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698FF9-42BE-9C2D-F7F7-57F0EEC91471}"/>
              </a:ext>
            </a:extLst>
          </p:cNvPr>
          <p:cNvSpPr>
            <a:spLocks noGrp="1"/>
          </p:cNvSpPr>
          <p:nvPr>
            <p:ph type="sldNum" sz="quarter" idx="11"/>
            <p:custDataLst>
              <p:tags r:id="rId1"/>
            </p:custDataLst>
          </p:nvPr>
        </p:nvSpPr>
        <p:spPr>
          <a:xfrm>
            <a:off x="9416799" y="666936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9B92EB-B656-114B-F67E-DA5489931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" y="612000"/>
            <a:ext cx="9474000" cy="366713"/>
          </a:xfrm>
        </p:spPr>
        <p:txBody>
          <a:bodyPr/>
          <a:lstStyle/>
          <a:p>
            <a:r>
              <a:rPr lang="en-GB" b="1" dirty="0"/>
              <a:t>Values</a:t>
            </a:r>
            <a:endParaRPr lang="da-DK" b="1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9D1CB1D8-3DAD-4801-2BF3-29A51EB4558B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15999" y="972000"/>
            <a:ext cx="9475200" cy="3426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400" kern="1200">
                <a:solidFill>
                  <a:srgbClr val="22A06C"/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14" dirty="0">
                <a:solidFill>
                  <a:schemeClr val="accent3">
                    <a:lumMod val="100000"/>
                  </a:schemeClr>
                </a:solidFill>
              </a:rPr>
              <a:t>Consider values being dynamic figures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14" dirty="0">
                <a:solidFill>
                  <a:schemeClr val="accent3">
                    <a:lumMod val="100000"/>
                  </a:schemeClr>
                </a:solidFill>
              </a:rPr>
              <a:t>First part shows Impact  Client Centric and Excellence and respective wording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14" dirty="0">
                <a:solidFill>
                  <a:schemeClr val="accent3">
                    <a:lumMod val="100000"/>
                  </a:schemeClr>
                </a:solidFill>
              </a:rPr>
              <a:t>And the words Transition to Integrity, Collaboration and Evolution with related words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814" dirty="0">
              <a:solidFill>
                <a:schemeClr val="accent3">
                  <a:lumMod val="10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14" dirty="0">
                <a:solidFill>
                  <a:schemeClr val="accent3">
                    <a:lumMod val="100000"/>
                  </a:schemeClr>
                </a:solidFill>
              </a:rPr>
              <a:t>Please refer to values on next slide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7782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CBFD7-D20C-1AEB-6B12-ADCA4A01D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FFD69F-58A3-36F8-2659-EFE51D5716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16799" y="6669360"/>
            <a:ext cx="216151" cy="84912"/>
          </a:xfrm>
        </p:spPr>
        <p:txBody>
          <a:bodyPr/>
          <a:lstStyle/>
          <a:p>
            <a:fld id="{37B4438D-29B8-4FC7-9D64-F44FE400D0A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7A44CA-A451-EC6B-9791-3BC164710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99" y="612000"/>
            <a:ext cx="9475200" cy="366713"/>
          </a:xfrm>
        </p:spPr>
        <p:txBody>
          <a:bodyPr/>
          <a:lstStyle/>
          <a:p>
            <a:r>
              <a:rPr lang="en-GB" b="1" dirty="0"/>
              <a:t>Our Values</a:t>
            </a:r>
            <a:endParaRPr lang="da-DK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C89105-1B1B-0E08-0E1A-0591CCECA11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110182" y="2833635"/>
            <a:ext cx="2088740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6600" b="1" cap="none" spc="0">
                <a:ln w="0"/>
                <a:solidFill>
                  <a:schemeClr val="bg2"/>
                </a:solidFill>
                <a:effectLst>
                  <a:glow rad="127000">
                    <a:schemeClr val="accent5">
                      <a:satMod val="175000"/>
                      <a:alpha val="40000"/>
                    </a:schemeClr>
                  </a:glow>
                  <a:outerShdw blurRad="190500" dist="19050" dir="2700000" algn="tl" rotWithShape="0">
                    <a:schemeClr val="dk1">
                      <a:alpha val="60000"/>
                    </a:schemeClr>
                  </a:outerShdw>
                  <a:reflection blurRad="6350" stA="55000" endA="300" endPos="45500" dir="5400000" sy="-100000" algn="bl" rotWithShape="0"/>
                </a:effectLst>
                <a:latin typeface="Aptos" panose="020B0004020202020204" pitchFamily="34" charset="0"/>
              </a:rPr>
              <a:t>I</a:t>
            </a:r>
            <a:r>
              <a:rPr lang="en-US" sz="6600" b="1" cap="none" spc="0">
                <a:ln w="0"/>
                <a:solidFill>
                  <a:schemeClr val="tx2">
                    <a:lumMod val="60000"/>
                    <a:lumOff val="40000"/>
                  </a:schemeClr>
                </a:solidFill>
                <a:effectLst>
                  <a:glow rad="127000">
                    <a:schemeClr val="accent5">
                      <a:satMod val="175000"/>
                      <a:alpha val="40000"/>
                    </a:schemeClr>
                  </a:glow>
                  <a:outerShdw blurRad="190500" dist="19050" dir="2700000" algn="tl" rotWithShape="0">
                    <a:schemeClr val="dk1">
                      <a:alpha val="60000"/>
                    </a:schemeClr>
                  </a:outerShdw>
                  <a:reflection blurRad="6350" stA="55000" endA="300" endPos="45500" dir="5400000" sy="-100000" algn="bl" rotWithShape="0"/>
                </a:effectLst>
                <a:latin typeface="Aptos" panose="020B0004020202020204" pitchFamily="34" charset="0"/>
              </a:rPr>
              <a:t>C</a:t>
            </a:r>
            <a:r>
              <a:rPr lang="en-US" sz="6600" b="1" cap="none" spc="0">
                <a:ln w="0"/>
                <a:solidFill>
                  <a:schemeClr val="accent2"/>
                </a:solidFill>
                <a:effectLst>
                  <a:glow rad="127000">
                    <a:schemeClr val="accent5">
                      <a:satMod val="175000"/>
                      <a:alpha val="40000"/>
                    </a:schemeClr>
                  </a:glow>
                  <a:outerShdw blurRad="190500" dist="19050" dir="2700000" algn="tl" rotWithShape="0">
                    <a:schemeClr val="dk1">
                      <a:alpha val="60000"/>
                    </a:schemeClr>
                  </a:outerShdw>
                  <a:reflection blurRad="6350" stA="55000" endA="300" endPos="45500" dir="5400000" sy="-100000" algn="bl" rotWithShape="0"/>
                </a:effectLst>
                <a:latin typeface="Aptos" panose="020B0004020202020204" pitchFamily="34" charset="0"/>
              </a:rPr>
              <a:t>E</a:t>
            </a:r>
            <a:r>
              <a:rPr lang="en-US" sz="6600" b="1" cap="none" spc="0">
                <a:ln w="0"/>
                <a:solidFill>
                  <a:schemeClr val="accent6"/>
                </a:solidFill>
                <a:effectLst>
                  <a:glow rad="127000">
                    <a:schemeClr val="accent5">
                      <a:satMod val="175000"/>
                      <a:alpha val="40000"/>
                    </a:schemeClr>
                  </a:glow>
                  <a:outerShdw blurRad="190500" dist="19050" dir="2700000" algn="tl" rotWithShape="0">
                    <a:schemeClr val="dk1">
                      <a:alpha val="60000"/>
                    </a:schemeClr>
                  </a:outerShdw>
                  <a:reflection blurRad="6350" stA="55000" endA="300" endPos="45500" dir="5400000" sy="-100000" algn="bl" rotWithShape="0"/>
                </a:effectLst>
                <a:latin typeface="Aptos" panose="020B0004020202020204" pitchFamily="34" charset="0"/>
              </a:rPr>
              <a:t>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664961-A1BA-7940-3FBF-CA539F1D892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888195" y="3824259"/>
            <a:ext cx="1465007" cy="516859"/>
          </a:xfrm>
          <a:prstGeom prst="rect">
            <a:avLst/>
          </a:prstGeom>
          <a:noFill/>
        </p:spPr>
        <p:txBody>
          <a:bodyPr wrap="square" lIns="54000" tIns="54000" rIns="54000" bIns="54000" rtlCol="0">
            <a:spAutoFit/>
          </a:bodyPr>
          <a:lstStyle/>
          <a:p>
            <a:pPr algn="ctr"/>
            <a:r>
              <a:rPr lang="da-DK" sz="1050" b="1">
                <a:solidFill>
                  <a:schemeClr val="bg2"/>
                </a:solidFill>
                <a:latin typeface="Aptos" panose="020B0004020202020204" pitchFamily="34" charset="0"/>
              </a:rPr>
              <a:t>Integrity</a:t>
            </a:r>
          </a:p>
          <a:p>
            <a:pPr algn="ctr"/>
            <a:r>
              <a:rPr lang="da-DK" sz="800">
                <a:latin typeface="Aptos" panose="020B0004020202020204" pitchFamily="34" charset="0"/>
              </a:rPr>
              <a:t>we stick to our word and dliver on our promises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76003B-0808-8FD5-07DD-4F5793FE005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868411" y="2446295"/>
            <a:ext cx="1465007" cy="516859"/>
          </a:xfrm>
          <a:prstGeom prst="rect">
            <a:avLst/>
          </a:prstGeom>
          <a:noFill/>
        </p:spPr>
        <p:txBody>
          <a:bodyPr wrap="square" lIns="54000" tIns="54000" rIns="54000" bIns="54000" rtlCol="0">
            <a:spAutoFit/>
          </a:bodyPr>
          <a:lstStyle/>
          <a:p>
            <a:pPr algn="ctr"/>
            <a:r>
              <a:rPr lang="da-DK" sz="1050" b="1">
                <a:solidFill>
                  <a:schemeClr val="bg2"/>
                </a:solidFill>
                <a:latin typeface="Aptos" panose="020B0004020202020204" pitchFamily="34" charset="0"/>
              </a:rPr>
              <a:t>Impact</a:t>
            </a:r>
          </a:p>
          <a:p>
            <a:pPr algn="ctr"/>
            <a:r>
              <a:rPr lang="da-DK" sz="800">
                <a:latin typeface="Aptos" panose="020B0004020202020204" pitchFamily="34" charset="0"/>
              </a:rPr>
              <a:t>we are driven by the impact we make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573C58-237C-C512-E07D-99071268C94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4321482" y="3821537"/>
            <a:ext cx="1465007" cy="393748"/>
          </a:xfrm>
          <a:prstGeom prst="rect">
            <a:avLst/>
          </a:prstGeom>
          <a:noFill/>
        </p:spPr>
        <p:txBody>
          <a:bodyPr wrap="square" lIns="54000" tIns="54000" rIns="54000" bIns="54000" rtlCol="0">
            <a:spAutoFit/>
          </a:bodyPr>
          <a:lstStyle/>
          <a:p>
            <a:pPr algn="ctr"/>
            <a:r>
              <a:rPr lang="da-DK" sz="1050" b="1">
                <a:solidFill>
                  <a:schemeClr val="tx2"/>
                </a:solidFill>
                <a:latin typeface="Aptos" panose="020B0004020202020204" pitchFamily="34" charset="0"/>
              </a:rPr>
              <a:t>Collaboration</a:t>
            </a:r>
          </a:p>
          <a:p>
            <a:pPr algn="ctr"/>
            <a:r>
              <a:rPr lang="da-DK" sz="800">
                <a:latin typeface="Aptos" panose="020B0004020202020204" pitchFamily="34" charset="0"/>
              </a:rPr>
              <a:t>we work together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7A1CDB-61EE-DFFE-E8B5-3ACA46E19BE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301698" y="2457080"/>
            <a:ext cx="1465007" cy="516859"/>
          </a:xfrm>
          <a:prstGeom prst="rect">
            <a:avLst/>
          </a:prstGeom>
          <a:noFill/>
        </p:spPr>
        <p:txBody>
          <a:bodyPr wrap="square" lIns="54000" tIns="54000" rIns="54000" bIns="54000" rtlCol="0">
            <a:spAutoFit/>
          </a:bodyPr>
          <a:lstStyle/>
          <a:p>
            <a:pPr algn="ctr"/>
            <a:r>
              <a:rPr lang="da-DK" sz="1050" b="1">
                <a:solidFill>
                  <a:schemeClr val="tx2"/>
                </a:solidFill>
                <a:latin typeface="Aptos" panose="020B0004020202020204" pitchFamily="34" charset="0"/>
              </a:rPr>
              <a:t>Client-centric</a:t>
            </a:r>
          </a:p>
          <a:p>
            <a:pPr algn="ctr"/>
            <a:r>
              <a:rPr lang="da-DK" sz="800">
                <a:latin typeface="Aptos" panose="020B0004020202020204" pitchFamily="34" charset="0"/>
              </a:rPr>
              <a:t>we focus on our clients needs to deliver tailored solutions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224FFC-ED4F-D76E-B4E0-86B3132B71D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827260" y="3821537"/>
            <a:ext cx="1465007" cy="516859"/>
          </a:xfrm>
          <a:prstGeom prst="rect">
            <a:avLst/>
          </a:prstGeom>
          <a:noFill/>
        </p:spPr>
        <p:txBody>
          <a:bodyPr wrap="square" lIns="54000" tIns="54000" rIns="54000" bIns="54000" rtlCol="0">
            <a:spAutoFit/>
          </a:bodyPr>
          <a:lstStyle/>
          <a:p>
            <a:pPr algn="ctr"/>
            <a:r>
              <a:rPr lang="da-DK" sz="1050" b="1">
                <a:solidFill>
                  <a:schemeClr val="accent2"/>
                </a:solidFill>
                <a:latin typeface="Aptos" panose="020B0004020202020204" pitchFamily="34" charset="0"/>
              </a:rPr>
              <a:t>Evolution</a:t>
            </a:r>
          </a:p>
          <a:p>
            <a:pPr algn="ctr"/>
            <a:r>
              <a:rPr lang="da-DK" sz="800">
                <a:latin typeface="Aptos" panose="020B0004020202020204" pitchFamily="34" charset="0"/>
              </a:rPr>
              <a:t>we believe in continuiously adapting and growing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3B9DB6-C969-F0B9-F6EF-33AD7A1FCAF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807476" y="2457080"/>
            <a:ext cx="1465007" cy="516859"/>
          </a:xfrm>
          <a:prstGeom prst="rect">
            <a:avLst/>
          </a:prstGeom>
          <a:noFill/>
        </p:spPr>
        <p:txBody>
          <a:bodyPr wrap="square" lIns="54000" tIns="54000" rIns="54000" bIns="54000" rtlCol="0">
            <a:spAutoFit/>
          </a:bodyPr>
          <a:lstStyle/>
          <a:p>
            <a:pPr algn="ctr"/>
            <a:r>
              <a:rPr lang="da-DK" sz="1050" b="1">
                <a:solidFill>
                  <a:schemeClr val="accent2"/>
                </a:solidFill>
                <a:latin typeface="Aptos" panose="020B0004020202020204" pitchFamily="34" charset="0"/>
              </a:rPr>
              <a:t>Excellence</a:t>
            </a:r>
          </a:p>
          <a:p>
            <a:pPr algn="ctr"/>
            <a:r>
              <a:rPr lang="da-DK" sz="800">
                <a:latin typeface="Aptos" panose="020B0004020202020204" pitchFamily="34" charset="0"/>
              </a:rPr>
              <a:t>we believe in a better way every time</a:t>
            </a:r>
          </a:p>
        </p:txBody>
      </p:sp>
    </p:spTree>
    <p:extLst>
      <p:ext uri="{BB962C8B-B14F-4D97-AF65-F5344CB8AC3E}">
        <p14:creationId xmlns:p14="http://schemas.microsoft.com/office/powerpoint/2010/main" val="2958470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textbox"/>
          <p:cNvSpPr txBox="1"/>
          <p:nvPr/>
        </p:nvSpPr>
        <p:spPr>
          <a:xfrm>
            <a:off x="-2" y="-315416"/>
            <a:ext cx="213200" cy="6155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919121">
              <a:defRPr sz="4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GB"/>
              <a:t>Disclaimer</a:t>
            </a:r>
          </a:p>
        </p:txBody>
      </p:sp>
    </p:spTree>
    <p:extLst>
      <p:ext uri="{BB962C8B-B14F-4D97-AF65-F5344CB8AC3E}">
        <p14:creationId xmlns:p14="http://schemas.microsoft.com/office/powerpoint/2010/main" val="1338568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FLYSHEET_STYLE" val="1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8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7oZZH71aYlKvcE+pVayJVsEAAAAAAADAAAAAAADAAAAAwADAAAAAAADAAAABAADAAAAAAD///////8DAAEA////////BQAAAAMAEAALH8W11FiGZEmHlVma8v5B9gQAAAABAAMAAAACAAMAAAAEAAQAAgD///////8FAAAABAAQAAsIJFbWbrypRLcxPcPajReDBAAAAAIAAwAAAAMAAwAAAAE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uhlkfvVpiUq9wT6lVrIlWwNEYXRhABsAAAAETGlua2VkU2hhcGVEYXRhAAUAAAAAAAJOYW1lABkAAABMaW5rZWRTaGFwZXNEYXRhUHJvcGVydHkAEFZlcnNpb24AAAAAAAlMYXN0V3JpdGUAZuXqSJMBAAAAAQD/////gwCDAAAABV9pZAAQAAAABB/FtdRYhmRJh5VZmvL+QfYDRGF0YQAbAAAABExpbmtlZFNoYXBlRGF0YQAFAAAAAAACTmFtZQAZAAAATGlua2VkU2hhcGVzRGF0YVByb3BlcnR5ABBWZXJzaW9uAAEAAAAJTGFzdFdyaXRlAPnl6kiTAQAAAAIA/////8YAxgAAAAVfaWQAEAAAAAQIJFbWbrypRLcxPcPajReDA0RhdGEAUwAAAAhQcmVzZW50YXRpb25TY2FubmVkRm9yTGlua2VkU2hhcGVzAAACTnVtYmVyRm9ybWF0U2VwYXJhdG9yTW9kZQAKAAAAQXV0b21hdGljAAACTmFtZQAkAAAATGlua2VkU2hhcGVQcmVzZW50YXRpb25TZXR0aW5nc0RhdGEAEFZlcnNpb24AAAAAAAlMYXN0V3JpdGUA++XqSJM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JCwAAAAAAAAAAAAAgAf///////////////wAAAP///////////////wUAAAAEAP///////wUAAAAE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GgAGTGlua2VkU2hhcGVzRGF0YVByb3BlcnR5XzAEAAAAAAAFAAAABAAFAAAAAwAFAAAABAD///////8FAAAAAAD///////8DAAEBAwAAAAMA////////GgAGTGlua2VkU2hhcGVzRGF0YVByb3BlcnR5XzEEAAAAAQAFAAAAAgAFAAAAAQAEAAIBAwAAAAQA////////JQAGTGlua2VkU2hhcGVQcmVzZW50YXRpb25TZXR0aW5nc0RhdGFfMAQAAAACAAUAAAAAAAUAAAACAAUAAAAAAAU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76919742859861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NAME" val="Foot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ACEHOLDERAUTOMATIONTAG" val="HeaderShape"/>
  <p:tag name="MS_XMLFILE_REGKEY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035.413171296307747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3035.413171296307607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3035.413171296308144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3035.413171296307090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ACEHOLDERAUTOMATIONTAG" val="HeaderShape"/>
  <p:tag name="MS_XMLFILE_REGKEY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PNAME" val="Foot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9647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094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9535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2932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8078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0403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546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3148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4123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5100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5803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6518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8076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7970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PLACEHOLDERID" val="PlaceholderID42921.745833333306933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7308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7736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698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8198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2194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1842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2369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9254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2559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7144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6648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7728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3084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71879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2225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35606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5533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35557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5789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6299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0609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63419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8385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6409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4249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PICTUREXMLFILE" val="Default Picture Settings"/>
  <p:tag name="MS_XMLFILE_REGKEY" val=""/>
  <p:tag name="MS_PLACEHOLDERID" val="PlaceholderID42921.745833333301871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9731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7693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38059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4846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6739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6477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89949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3403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77159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3581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41199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74757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4365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5067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1735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2780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872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2835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PLACEHOLDERID" val="PlaceholderID42921.7458333333030662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8523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79539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17439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3000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727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PLACEHOLDERID" val="PlaceholderID42921.745833333304528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59779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3182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13563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32695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7600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62729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82767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5540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60685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1902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90199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31858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PLACEHOLDERID" val="PlaceholderID42921.7458333333059726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7670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Biography Styles"/>
  <p:tag name="MS_XMLFILE_REGKEY" val=""/>
  <p:tag name="MS_PLACEHOLDERID" val="PlaceholderID42921.745833333307149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6871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76049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5497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Biography Styles"/>
  <p:tag name="MS_XMLFILE_REGKEY" val=""/>
  <p:tag name="MS_PLACEHOLDERID" val="PlaceholderID42921.745833333305091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5652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41583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3505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97196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51866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5828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3203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Biography Styles"/>
  <p:tag name="MS_XMLFILE_REGKEY" val=""/>
  <p:tag name="MS_PLACEHOLDERID" val="PlaceholderID42921.7458333333037774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Biography Styles"/>
  <p:tag name="MS_XMLFILE_REGKEY" val=""/>
  <p:tag name="MS_PLACEHOLDERID" val="PlaceholderID42921.7458333333013768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Biography Styles"/>
  <p:tag name="MS_XMLFILE_REGKEY" val=""/>
  <p:tag name="MS_PLACEHOLDERID" val="PlaceholderID42921.7458333333065417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15323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37539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09558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61538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7024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43957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42087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33604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70083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21309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88606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4319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73898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75526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82257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20967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46873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8680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82834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4625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24927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Table of Contents"/>
  <p:tag name="PLACEHOLDERAUTOMATIONTAG" val="TableOfContentsText"/>
  <p:tag name="MS_XMLFILE_REGKEY" val=""/>
  <p:tag name="MS_PLACEHOLDERID" val="PlaceholderID42921.745833333309606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ACEHOLDERAUTOMATIONTAG" val="NoAutomation"/>
  <p:tag name="MS_XMLFILE_REGKEY" val=""/>
  <p:tag name="MS_PLACEHOLDERID" val="PlaceholderID42921.7458333333032698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64769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ompany Address Right"/>
  <p:tag name="MS_XMLFILE_REGKEY" val=""/>
  <p:tag name="PLACEHOLDERAUTOMATIONTAG" val="LetterAddressShape"/>
  <p:tag name="MS_PLACEHOLDERID" val="PlaceholderID42921.7458333333061749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Letter styles"/>
  <p:tag name="MS_XMLFILE_REGKEY" val=""/>
  <p:tag name="MS_PLACEHOLDERID" val="PlaceholderID42921.7458333333024148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Letter Address Left"/>
  <p:tag name="MS_XMLFILE_REGKEY" val=""/>
  <p:tag name="MS_PLACEHOLDERID" val="PlaceholderID42921.745833333306861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Default Style List"/>
  <p:tag name="MS_XMLFILE_REGKEY" val=""/>
  <p:tag name="MS_PLACEHOLDERID" val="PlaceholderID42921.745833333305899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XMLFILE_REGKEY" val=""/>
  <p:tag name="MS_PLACEHOLDERID" val="PlaceholderID42921.745833333306028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7875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4466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1532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V Profile Styles"/>
  <p:tag name="MS_XMLFILE_REGKEY" val=""/>
  <p:tag name="MS_PLACEHOLDERID" val="PlaceholderID42921.7458333333039875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One style"/>
  <p:tag name="PICTUREXMLFILE" val="Default Picture Settings"/>
  <p:tag name="PLACEHOLDERAUTOMATIONTAG" val="NoAutomation"/>
  <p:tag name="MS_PLACEHOLDERID" val="PlaceholderID43035.4131712963008989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XMLFILE" val="Cover Styles"/>
  <p:tag name="MS_XMLFILE_REGKEY" val=""/>
  <p:tag name="MS_PLACEHOLDERID" val="PlaceholderID43035.4131712963003095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1532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/gsAAAAAAAAAAAAAIAD///////////////8AAAD///////////////8DAAAABA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5Hgaaz6B/FCkFLMsKohZhEEAAAAAAADAAAABAADAAAAAwADAAAAAAD///////8DAAAAAAD///////8DAAEA////////BQAAAAMAEAALn4kCtsaymkCO7cychFQFZAQAAAABAAMAAAACAAMAAAABAAQAAQD///////8FAAAABAAQAAuWse9Gy1pSTo2M57YnieXs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keBprPoH8UKQUsywqiFmEQREYXRhAAUAAAAAAk5hbWUADQAAAExpbmtEYXRhTGlzdAAQVmVyc2lvbgABAAAACUxhc3RXcml0ZQBiMHO0lgEAAAABAP////9hAGEAAAAFX2lkABAAAAAEn4kCtsaymkCO7cychFQFZAREYXRhAAUAAAAAAk5hbWUADQAAAExpbmtEYXRhTGlzdAAQVmVyc2lvbgAAAAAACUxhc3RXcml0ZQA2MHO0lgEAAAACAP////9wAHAAAAAFX2lkABAAAAAElrHvRstaUk6NjOe2J4nl7ANEYXRhABYAAAACUGVyc29uYWxJZAABAAAAAAACTmFtZQALAAAAUGVyc29uYWxJZAAQVmVyc2lvbgAAAAAACUxhc3RXcml0ZQDgMHO0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EEAAAAAAAFAAAAAwAFAAAABAAFAAAAAAAFAAAABAAFAAAAAAAFAAAABAADAAEBAwAAAAMA////////DgAGTGlua0RhdGFMaXN0XzAEAAAAAQAFAAAAAAAFAAAAAgAEAAMBAwAAAAQA////////DAAGUGVyc29uYWxJZF8wBAAAAAIABQAAAAIABQAAAAEABQAAAAIA////////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3809702414361"/>
  <p:tag name="EMPOWERCHARTSPROPERTIES_B_LENGTH" val="24576"/>
  <p:tag name="DOWN_MIGRATION_INITIAL_LAYOUT_REQUIRED" val="9.2.99"/>
  <p:tag name="RUNTIME_ID" val="6dbd1fab-4eea-4f72-9b16-c9fe86c83c46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5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87UxyDgCkNDpLuPQBjRHvkEAAAAAAADAAAAAAADAAAAAwADAAAAAAADAAAABAADAAAAAAADAAAABAADAAEA////////BQAAAAMAEAALcKp4KGujAkqMM0GendNYWwQAAAABAAMAAAACAAMAAAAEAAQAAwD///////8FAAAABAAQAAuEuBTqYnLjSonInvTSZ+a+BAAAAAIAAwAAAAMAAwAAAAEAAwAAAAIA////////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ztTHIOAKQ0Oku49AGNEe+QREYXRhAAUAAAAAAk5hbWUADQAAAExpbmtEYXRhTGlzdAAQVmVyc2lvbgAAAAAACUxhc3RXcml0ZQDoMXO0lgEAAAABAP////9hAGEAAAAFX2lkABAAAAAEcKp4KGujAkqMM0GendNYWwREYXRhAAUAAAAAAk5hbWUADQAAAExpbmtEYXRhTGlzdAAQVmVyc2lvbgABAAAACUxhc3RXcml0ZQDpMXO0lgEAAAACAP////9wAHAAAAAFX2lkABAAAAAEhLgU6mJy40qJyJ700mfmvgNEYXRhABYAAAACUGVyc29uYWxJZAABAAAAAAACTmFtZQALAAAAUGVyc29uYWxJZAAQVmVyc2lvbgAAAAAACUxhc3RXcml0ZQATMnO0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AEAAAAAAAFAAAAAAAFAAAAAwAFAAAAAAAFAAAABAAFAAAAAAD///////8DAAEBAwAAAAMA////////DgAGTGlua0RhdGFMaXN0XzEEAAAAAQAFAAAAAgAFAAAABAAEAAIBAwAAAAQA////////DAAGUGVyc29uYWxJZF8wBAAAAAIABQAAAAMABQAAAAEA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3809705449275"/>
  <p:tag name="EMPOWERCHARTSPROPERTIES_B_LENGTH" val="24576"/>
  <p:tag name="DOWN_MIGRATION_INITIAL_LAYOUT_REQUIRED" val="9.2.99"/>
  <p:tag name="RUNTIME_ID" val="dd47032d-9c29-4953-b1b2-60265b635089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/gsAAAAAAAAAAAAAIAD///////////////8AAAD///////////////8DAAAABA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5Hgaaz6B/FCkFLMsKohZhEEAAAAAAADAAAABAADAAAAAwADAAAAAAD///////8DAAAAAAD///////8DAAEA////////BQAAAAMAEAALn4kCtsaymkCO7cychFQFZAQAAAABAAMAAAACAAMAAAABAAQAAQD///////8FAAAABAAQAAuWse9Gy1pSTo2M57YnieXs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keBprPoH8UKQUsywqiFmEQREYXRhAAUAAAAAAk5hbWUADQAAAExpbmtEYXRhTGlzdAAQVmVyc2lvbgABAAAACUxhc3RXcml0ZQBiMHO0lgEAAAABAP////9hAGEAAAAFX2lkABAAAAAEn4kCtsaymkCO7cychFQFZAREYXRhAAUAAAAAAk5hbWUADQAAAExpbmtEYXRhTGlzdAAQVmVyc2lvbgAAAAAACUxhc3RXcml0ZQA2MHO0lgEAAAACAP////9wAHAAAAAFX2lkABAAAAAElrHvRstaUk6NjOe2J4nl7ANEYXRhABYAAAACUGVyc29uYWxJZAABAAAAAAACTmFtZQALAAAAUGVyc29uYWxJZAAQVmVyc2lvbgAAAAAACUxhc3RXcml0ZQDgMHO0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EEAAAAAAAFAAAAAwAFAAAABAAFAAAAAAAFAAAABAAFAAAAAAAFAAAABAADAAEBAwAAAAMA////////DgAGTGlua0RhdGFMaXN0XzAEAAAAAQAFAAAAAAAFAAAAAgAEAAMBAwAAAAQA////////DAAGUGVyc29uYWxJZF8wBAAAAAIABQAAAAIABQAAAAEABQAAAAIA////////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3809702414361"/>
  <p:tag name="EMPOWERCHARTSPROPERTIES_B_LENGTH" val="24576"/>
  <p:tag name="DOWN_MIGRATION_INITIAL_LAYOUT_REQUIRED" val="9.2.99"/>
  <p:tag name="RUNTIME_ID" val="6dbd1fab-4eea-4f72-9b16-c9fe86c83c46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1R2InhHUyBMkNYsCwIYnlcEAAAAAAADAAAAAAADAAAAAwADAAIA////////BQAAAAMAEAALSE/Rh0ve/UOt5o1tWRer3gQAAAABAAMAAAACAAMAAAAEAAMAAAAAAAMAAAAEAAQAAwD///////8FAAAABAAQAAteQ2b3JjIZR45dokpvnML2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VHYieEdTIEyQ1iwLAhieVwREYXRhAAUAAAAAAk5hbWUADQAAAExpbmtEYXRhTGlzdAAQVmVyc2lvbgAAAAAACUxhc3RXcml0ZQBlXXq6nAEAAAABAP////9hAGEAAAAFX2lkABAAAAAESE/Rh0ve/UOt5o1tWRer3gREYXRhAAUAAAAAAk5hbWUADQAAAExpbmtEYXRhTGlzdAAQVmVyc2lvbgABAAAACUxhc3RXcml0ZQCBXXq6nAEAAAACAP////9wAHAAAAAFX2lkABAAAAAEXkNm9yYyGUeOXaJKb5zC9gNEYXRhABYAAAACUGVyc29uYWxJZAABAAAAAAACTmFtZQALAAAAUGVyc29uYWxJZAAQVmVyc2lvbgAAAAAACUxhc3RXcml0ZQDpXXq6n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AEAAAAAAAFAAAAAAAFAAAAAwAFAAAAAAD///////8DAAEBAwAAAAMA////////DgAGTGlua0RhdGFMaXN0XzEEAAAAAQAFAAAAAgAFAAAABAA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82519076020204"/>
  <p:tag name="EMPOWERCHARTSPROPERTIES_B_LENGTH" val="24576"/>
  <p:tag name="DOWN_MIGRATION_INITIAL_LAYOUT_REQUIRED" val="9.2.99"/>
  <p:tag name="RUNTIME_ID" val="728c4e1b-a4b4-4505-8eaa-280ad449b48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0941"/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/////wUAFg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4w02Q5UqpBlA6z77PUYFAEAAAAAAADAAAAAAADAAAABAADAAEA////////BQAAAAMAEAALSRtl9EcN/kihr3b/F5aTpAQAAAABAAMAAAAEAAMAAAABAAQAAQD///////8FAAAABAAQAAugXly4ltDjQKEMuYB9KRws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7jDTZDlSqkGUDrPvs9RgUAREYXRhAAUAAAAAAk5hbWUADQAAAExpbmtEYXRhTGlzdAAQVmVyc2lvbgABAAAACUxhc3RXcml0ZQC6ivPElgEAAAABAP////9hAGEAAAAFX2lkABAAAAAESRtl9EcN/kihr3b/F5aTpAREYXRhAAUAAAAAAk5hbWUADQAAAExpbmtEYXRhTGlzdAAQVmVyc2lvbgAAAAAACUxhc3RXcml0ZQC5ivPElgEAAAACAP////9wAHAAAAAFX2lkABAAAAAEoF5cuJbQ40ChDLmAfSkcLANEYXRhABYAAAACUGVyc29uYWxJZAABAAAAAAACTmFtZQALAAAAUGVyc29uYWxJZAAQVmVyc2lvbgAAAAAACUxhc3RXcml0ZQDcivPE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6578173535228"/>
  <p:tag name="EMPOWERCHARTSPROPERTIES_B_LENGTH" val="24576"/>
  <p:tag name="DOWN_MIGRATION_INITIAL_LAYOUT_REQUIRED" val="9.2.99"/>
  <p:tag name="RUNTIME_ID" val="bca221c9-3aa9-46f2-8bfa-64f27a5dd0c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IBAQEBAQEBAQEBAQEBAQMAAAAAAAAAAwAAAAMAAAAA/////wUA8gsAAAAAAAAAAAAAIAD///////////////8AAAD///////////////8DAAAAAgD///////8DAAAAAw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1R2InhHUyBMkNYsCwIYnlcEAAAAAAADAAAAAAADAAAAAwADAAIA////////BQAAAAMAEAALSE/Rh0ve/UOt5o1tWRer3gQAAAABAAMAAAACAAMAAAAEAAMAAAAAAAMAAAAEAAQAAwD///////8FAAAABAAQAAteQ2b3JjIZR45dokpvnML2BAAAAAIAAwAAAAMAAwAAAAEAAwAAAAM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VHYieEdTIEyQ1iwLAhieVwREYXRhAAUAAAAAAk5hbWUADQAAAExpbmtEYXRhTGlzdAAQVmVyc2lvbgAAAAAACUxhc3RXcml0ZQBlXXq6nAEAAAABAP////9hAGEAAAAFX2lkABAAAAAESE/Rh0ve/UOt5o1tWRer3gREYXRhAAUAAAAAAk5hbWUADQAAAExpbmtEYXRhTGlzdAAQVmVyc2lvbgABAAAACUxhc3RXcml0ZQCBXXq6nAEAAAACAP////9wAHAAAAAFX2lkABAAAAAEXkNm9yYyGUeOXaJKb5zC9gNEYXRhABYAAAACUGVyc29uYWxJZAABAAAAAAACTmFtZQALAAAAUGVyc29uYWxJZAAQVmVyc2lvbgAAAAAACUxhc3RXcml0ZQDpXXq6n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AEAAAAAAAFAAAAAAAFAAAAAwAFAAAAAAD///////8DAAEBAwAAAAMA////////DgAGTGlua0RhdGFMaXN0XzEEAAAAAQAFAAAAAgAFAAAABAA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9082519076020204"/>
  <p:tag name="EMPOWERCHARTSPROPERTIES_B_LENGTH" val="24576"/>
  <p:tag name="DOWN_MIGRATION_INITIAL_LAYOUT_REQUIRED" val="9.2.99"/>
  <p:tag name="RUNTIME_ID" val="728c4e1b-a4b4-4505-8eaa-280ad449b487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S_PLACEHOLDERID" val="PlaceholderID42921.7458333333000941"/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/////wUAFg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+4w02Q5UqpBlA6z77PUYFAEAAAAAAADAAAAAAADAAAABAADAAEA////////BQAAAAMAEAALSRtl9EcN/kihr3b/F5aTpAQAAAABAAMAAAAEAAMAAAABAAQAAQD///////8FAAAABAAQAAugXly4ltDjQKEMuYB9KRws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7jDTZDlSqkGUDrPvs9RgUAREYXRhAAUAAAAAAk5hbWUADQAAAExpbmtEYXRhTGlzdAAQVmVyc2lvbgABAAAACUxhc3RXcml0ZQC6ivPElgEAAAABAP////9hAGEAAAAFX2lkABAAAAAESRtl9EcN/kihr3b/F5aTpAREYXRhAAUAAAAAAk5hbWUADQAAAExpbmtEYXRhTGlzdAAQVmVyc2lvbgAAAAAACUxhc3RXcml0ZQC5ivPElgEAAAACAP////9wAHAAAAAFX2lkABAAAAAEoF5cuJbQ40ChDLmAfSkcLANEYXRhABYAAAACUGVyc29uYWxJZAABAAAAAAACTmFtZQALAAAAUGVyc29uYWxJZAAQVmVyc2lvbgAAAAAACUxhc3RXcml0ZQDcivPE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eDA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EBAwAAAAQA////////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26578173535228"/>
  <p:tag name="EMPOWERCHARTSPROPERTIES_B_LENGTH" val="24576"/>
  <p:tag name="DOWN_MIGRATION_INITIAL_LAYOUT_REQUIRED" val="9.2.99"/>
  <p:tag name="RUNTIME_ID" val="bca221c9-3aa9-46f2-8bfa-64f27a5dd0c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/gs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wL8n0fh8odHjh3bgQJve7oEAAAAAAADAAAAAAADAAAABAADAAAAAAD///////8DAAAAAAD///////8DAAEA////////BQAAAAMAEAAL80EJ9wmVjEifRS3hK2E0dwQAAAABAAMAAAAEAAMAAAABAAQAAQD///////8FAAAABAAQAAs/hNSxV2rZSZhAcy+DBqmo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AvyfR+Hyh0eOHduBAm97ugREYXRhAAUAAAAAAk5hbWUADQAAAExpbmtEYXRhTGlzdAAQVmVyc2lvbgAAAAAACUxhc3RXcml0ZQBPw+7plgEAAAABAP////9hAGEAAAAFX2lkABAAAAAE80EJ9wmVjEifRS3hK2E0dwREYXRhAAUAAAAAAk5hbWUADQAAAExpbmtEYXRhTGlzdAAQVmVyc2lvbgABAAAACUxhc3RXcml0ZQBcw+7plgEAAAACAP////9wAHAAAAAFX2lkABAAAAAEP4TUsVdq2UmYQHMvgwapqANEYXRhABYAAAACUGVyc29uYWxJZAABAAAAAAACTmFtZQALAAAAUGVyc29uYWxJZAAQVmVyc2lvbgAAAAAACUxhc3RXcml0ZQCKw+7p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MBAwAAAAIA////////DgAGTGlua0RhdGFMaXN0XzAEAAAAAAAFAAAAAAAFAAAAAwAFAAAAAAAFAAAABAAFAAAAAAD///////8DAAEBAwAAAAMA////////DgAGTGlua0RhdGFMaXN0XzEEAAAAAQAFAAAAAgAFAAAABAAEAAIBAwAAAAQA////////DAAGUGVyc29uYWxJZF8wBAAAAAIABQAAAAMABQAAAAEA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32782612053864"/>
  <p:tag name="EMPOWERCHARTSPROPERTIES_B_LENGTH" val="24576"/>
  <p:tag name="DOWN_MIGRATION_INITIAL_LAYOUT_REQUIRED" val="9.2.99"/>
  <p:tag name="RUNTIME_ID" val="ffd94429-f241-4cfa-8320-60bd1cbc2778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/gsAAAAAAAAAAAAAIAD///////////////8AAAD///////////////8DAAAAAg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wO++QJvBQZGhGwmaKSjT/IEAAAAAAADAAAAAAADAAAABAADAAMA////////BQAAAAMAEAALRCgH35SVZ0yOlyi4Q0dmzwQAAAABAAMAAAAEAAMAAAABAAMAAAAAAP///////wMAAAAAAP///////wQAAQD///////8FAAAABAAQAAvUATbcn97pRIYZucYEi7CQ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A775Am8FBkaEbCZopKNP8gREYXRhAAUAAAAAAk5hbWUADQAAAExpbmtEYXRhTGlzdAAQVmVyc2lvbgABAAAACUxhc3RXcml0ZQD+w+7plgEAAAABAP////9hAGEAAAAFX2lkABAAAAAERCgH35SVZ0yOlyi4Q0dmzwREYXRhAAUAAAAAAk5hbWUADQAAAExpbmtEYXRhTGlzdAAQVmVyc2lvbgAAAAAACUxhc3RXcml0ZQD+w+7plgEAAAACAP////9wAHAAAAAFX2lkABAAAAAE1AE23J/e6USGGbnGBIuwkANEYXRhABYAAAACUGVyc29uYWxJZAABAAAAAAACTmFtZQALAAAAUGVyc29uYWxJZAAQVmVyc2lvbgAAAAAACUxhc3RXcml0ZQCwxO7p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6CwAAAAAAAAAAAAAgAf///////////////wAAAP////////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MBAwAAAAMA////////DgAGTGlua0RhdGFMaXN0XzAEAAAAAQAFAAAAAAAFAAAAAgAFAAAAAAAFAAAABAAFAAAAAAD///////8EAAIBAwAAAAQA////////DAAGUGVyc29uYWxJZF8wBAAAAAIABQAAAAIABQAAAAEABQ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32782614544227"/>
  <p:tag name="EMPOWERCHARTSPROPERTIES_B_LENGTH" val="24576"/>
  <p:tag name="DOWN_MIGRATION_INITIAL_LAYOUT_REQUIRED" val="9.2.99"/>
  <p:tag name="RUNTIME_ID" val="afc64c31-cf2f-42ba-99f2-736cd9289369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/////wUACgwAAAAAAAAAAAAAIAD///////////////8AAAD///////////////8DAAAABA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5z8m2Kn0fJAvnhJNg5Hl0MEAAAAAAADAAAABAADAAAAAwADAAIA////////BQAAAAMAEAALaV6jqAvHZE+NAy2w7s6ATAQAAAABAAMAAAACAAMAAAABAAMAAAAAAP///////wQAAQD///////8FAAAABAAQAAvaKq8FF36jS4yx4OCYqeQ2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nPybYqfR8kC+eEk2DkeXQwREYXRhAAUAAAAAAk5hbWUADQAAAExpbmtEYXRhTGlzdAAQVmVyc2lvbgABAAAACUxhc3RXcml0ZQAlaunplgEAAAABAP////9hAGEAAAAFX2lkABAAAAAEaV6jqAvHZE+NAy2w7s6ATAREYXRhAAUAAAAAAk5hbWUADQAAAExpbmtEYXRhTGlzdAAQVmVyc2lvbgAAAAAACUxhc3RXcml0ZQDgaenplgEAAAACAP////9wAHAAAAAFX2lkABAAAAAE2iqvBRd+o0uMseDgmKnkNgNEYXRhABYAAAACUGVyc29uYWxJZAABAAAAAAACTmFtZQALAAAAUGVyc29uYWxJZAAQVmVyc2lvbgAAAAAACUxhc3RXcml0ZQC6aunp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ASDAAAAAAAAAAAAAAgAf///////////////wAAAP///////////////wUAAAADAP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DgAGTGlua0RhdGFMaXN0XzEEAAAAAAAFAAAAAwAFAAAABAADAAEBAwAAAAMA////////DgAGTGlua0RhdGFMaXN0XzAEAAAAAQAFAAAAAAAFAAAAAgAEAAIBAwAAAAQA////////DAAGUGVyc29uYWxJZF8wBAAAAAIABQAAAAIABQAAAAEABQ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32779107508283"/>
  <p:tag name="EMPOWERCHARTSPROPERTIES_B_LENGTH" val="24576"/>
  <p:tag name="DOWN_MIGRATION_INITIAL_LAYOUT_REQUIRED" val="9.2.99"/>
  <p:tag name="RUNTIME_ID" val="6aa2d618-ec70-4ca5-a890-9226329410e6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YBAQEBAQEBAQEBAQEBAQMAAAAAAAAAAwAAAAMAAAAA/////wUA2gsAAAAAAAAAAAAAIAD///////////////8AAAD///////////////8DAAAAAgD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GAP///////wUAAAACABAAC+2W8nZnB4BAsxEd3rmwGxUEAAAAAAADAAAAAAADAAAABAADAAAAAAD///////8DAAAAAAD///////8DAAAAAAD///////8DAAAAAAD///////8DAAAAAAD///////8DAAEA////////BQAAAAMAEAALm/ajrAaTEkOEk43bm7igawQAAAABAAMAAAAEAAMAAAABAAQAAQD///////8FAAAABAAQAAvR22mnyByFRawgOFqxvCo5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7ZbydmcHgECzER3eubAbFQREYXRhAAUAAAAAAk5hbWUADQAAAExpbmtEYXRhTGlzdAAQVmVyc2lvbgAAAAAACUxhc3RXcml0ZQCgS+rplgEAAAABAP////9hAGEAAAAFX2lkABAAAAAEm/ajrAaTEkOEk43bm7igawREYXRhAAUAAAAAAk5hbWUADQAAAExpbmtEYXRhTGlzdAAQVmVyc2lvbgABAAAACUxhc3RXcml0ZQClS+rplgEAAAACAP////9wAHAAAAAFX2lkABAAAAAE0dtpp8gchUWsIDhasbwqOQNEYXRhABYAAAACUGVyc29uYWxJZAABAAAAAAACTmFtZQALAAAAUGVyc29uYWxJZAAQVmVyc2lvbgAAAAAACUxhc3RXcml0ZQDnS+rp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iCwAAAAAAAAAAAAAgAf///////////////wAAAP///////////////wUAAAACAP///////wUAAAACAP///////wUAAAAC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YBAwAAAAIA////////DgAGTGlua0RhdGFMaXN0XzAEAAAAAAAFAAAAAAAFAAAAAwAFAAAAAAD///////8FAAAAAAD///////8FAAAAAAD///////8FAAAAAAD///////8FAAAAAAD///////8DAAEBAwAAAAMA////////DgAGTGlua0RhdGFMaXN0XzEEAAAAAQAFAAAAAgAFAAAABAA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32779683919640"/>
  <p:tag name="EMPOWERCHARTSPROPERTIES_B_LENGTH" val="24576"/>
  <p:tag name="DOWN_MIGRATION_INITIAL_LAYOUT_REQUIRED" val="9.2.99"/>
  <p:tag name="RUNTIME_ID" val="71ab8691-faf3-44c9-b7e3-1e38972fe4b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2gsAAAAAAAAAAAAAIAD///////////////8AAAD///////////////8DAAAAAgD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+ByHNVBv31PihMJLa17iFAEAAAAAAADAAAAAAADAAAAAwADAAAAAAADAAAAAwADAAMA////////BQAAAAMAEAALdN3T4T3W7kOiJcEFdr5jmgQAAAABAAMAAAACAAMAAAAEAAMAAAACAAMAAAAEAAMAAAAAAAMAAAAEAAQAAwD///////8FAAAABAAQAAvEJLfteqGJSrc/4sqeqnjWBAAAAAIAAwAAAAMAAwAAAAEAAwAAAAMA////////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HIc1UG/fU+KEwktrXuIUAREYXRhAAUAAAAAAk5hbWUADQAAAExpbmtEYXRhTGlzdAAQVmVyc2lvbgABAAAACUxhc3RXcml0ZQDsa+nplgEAAAABAP////9hAGEAAAAFX2lkABAAAAAEdN3T4T3W7kOiJcEFdr5jmgREYXRhAAUAAAAAAk5hbWUADQAAAExpbmtEYXRhTGlzdAAQVmVyc2lvbgAAAAAACUxhc3RXcml0ZQDqa+nplgEAAAACAP////9wAHAAAAAFX2lkABAAAAAExCS37XqhiUq3P+LKnqp41gNEYXRhABYAAAACUGVyc29uYWxJZAABAAAAAAACTmFtZQALAAAAUGVyc29uYWxJZAAQVmVyc2lvbgAAAAAACUxhc3RXcml0ZQA8bOnp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EEAAAAAAAFAAAAAwAFAAAABAAFAAAAAwAFAAAABAADAAMBAwAAAAMA////////DgAGTGlua0RhdGFMaXN0XzAEAAAAAQAFAAAAAAAFAAAAAgAFAAAAAAAFAAAAAgAFAAAAAAD///////8EAAIBAwAAAAQA////////DAAGUGVyc29uYWxJZF8wBAAAAAIABQAAAAIABQAAAAEA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32779111330546"/>
  <p:tag name="EMPOWERCHARTSPROPERTIES_B_LENGTH" val="24576"/>
  <p:tag name="DOWN_MIGRATION_INITIAL_LAYOUT_REQUIRED" val="9.2.99"/>
  <p:tag name="RUNTIME_ID" val="75e3ec66-f12e-4796-8e45-0f2584f219fc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YBAQEBAQEBAQEBAQEBAQMAAAAAAAAAAwAAAAMAAAAA/////wUA2gsAAAAAAAAAAAAAIAD///////////////8AAAD///////////////8DAAAAAgD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GAP///////wUAAAACABAAC+2W8nZnB4BAsxEd3rmwGxUEAAAAAAADAAAAAAADAAAABAADAAAAAAD///////8DAAAAAAD///////8DAAAAAAD///////8DAAAAAAD///////8DAAAAAAD///////8DAAEA////////BQAAAAMAEAALm/ajrAaTEkOEk43bm7igawQAAAABAAMAAAAEAAMAAAABAAQAAQD///////8FAAAABAAQAAvR22mnyByFRawgOFqxvCo5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7ZbydmcHgECzER3eubAbFQREYXRhAAUAAAAAAk5hbWUADQAAAExpbmtEYXRhTGlzdAAQVmVyc2lvbgAAAAAACUxhc3RXcml0ZQCgS+rplgEAAAABAP////9hAGEAAAAFX2lkABAAAAAEm/ajrAaTEkOEk43bm7igawREYXRhAAUAAAAAAk5hbWUADQAAAExpbmtEYXRhTGlzdAAQVmVyc2lvbgABAAAACUxhc3RXcml0ZQClS+rplgEAAAACAP////9wAHAAAAAFX2lkABAAAAAE0dtpp8gchUWsIDhasbwqOQNEYXRhABYAAAACUGVyc29uYWxJZAABAAAAAAACTmFtZQALAAAAUGVyc29uYWxJZAAQVmVyc2lvbgAAAAAACUxhc3RXcml0ZQDnS+rp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iCwAAAAAAAAAAAAAgAf///////////////wAAAP///////////////wUAAAACAP///////wUAAAACAP///////wUAAAAC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YBAwAAAAIA////////DgAGTGlua0RhdGFMaXN0XzAEAAAAAAAFAAAAAAAFAAAAAwAFAAAAAAD///////8FAAAAAAD///////8FAAAAAAD///////8FAAAAAAD///////8FAAAAAAD///////8DAAEBAwAAAAMA////////DgAGTGlua0RhdGFMaXN0XzEEAAAAAQAFAAAAAgAFAAAABAAEAAEBAwAAAAQA////////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32779683919640"/>
  <p:tag name="EMPOWERCHARTSPROPERTIES_B_LENGTH" val="24576"/>
  <p:tag name="DOWN_MIGRATION_INITIAL_LAYOUT_REQUIRED" val="9.2.99"/>
  <p:tag name="RUNTIME_ID" val="eafb4cec-0db1-46eb-ac9e-dc34bdbbf46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F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/////wUA2gsAAAAAAAAAAAAAIAD///////////////8AAAD///////////////8DAAAAAgD///////8DAAAAAg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+ByHNVBv31PihMJLa17iFAEAAAAAAADAAAAAAADAAAAAwADAAAAAAADAAAAAwADAAMA////////BQAAAAMAEAALdN3T4T3W7kOiJcEFdr5jmgQAAAABAAMAAAACAAMAAAAEAAMAAAACAAMAAAAEAAMAAAAAAAMAAAAEAAQAAwD///////8FAAAABAAQAAvEJLfteqGJSrc/4sqeqnjWBAAAAAIAAwAAAAMAAwAAAAEAAwAAAAMA////////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J0OAAAAAAAAAAAAAP////9hAGEAAAAFX2lkABAAAAAE4HIc1UG/fU+KEwktrXuIUAREYXRhAAUAAAAAAk5hbWUADQAAAExpbmtEYXRhTGlzdAAQVmVyc2lvbgABAAAACUxhc3RXcml0ZQDsa+nplgEAAAABAP////9hAGEAAAAFX2lkABAAAAAEdN3T4T3W7kOiJcEFdr5jmgREYXRhAAUAAAAAAk5hbWUADQAAAExpbmtEYXRhTGlzdAAQVmVyc2lvbgAAAAAACUxhc3RXcml0ZQDqa+nplgEAAAACAP////9wAHAAAAAFX2lkABAAAAAExCS37XqhiUq3P+LKnqp41gNEYXRhABYAAAACUGVyc29uYWxJZAABAAAAAAACTmFtZQALAAAAUGVyc29uYWxJZAAQVmVyc2lvbgAAAAAACUxhc3RXcml0ZQA8bOnp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uCwAAAAAAAAAAAAAgAf///////////////wAAAP////////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DgAGTGlua0RhdGFMaXN0XzEEAAAAAAAFAAAAAwAFAAAABAAFAAAAAwAFAAAABAADAAMBAwAAAAMA////////DgAGTGlua0RhdGFMaXN0XzAEAAAAAQAFAAAAAAAFAAAAAgAFAAAAAAAFAAAAAgAFAAAAAAD///////8EAAIBAwAAAAQA////////DAAGUGVyc29uYWxJZF8wBAAAAAIABQAAAAIABQAAAAEABQ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832779111330546"/>
  <p:tag name="EMPOWERCHARTSPROPERTIES_B_LENGTH" val="24576"/>
  <p:tag name="DOWN_MIGRATION_INITIAL_LAYOUT_REQUIRED" val="9.2.99"/>
  <p:tag name="RUNTIME_ID" val="323e742a-8612-47e8-9a0c-7a644c8625dd"/>
</p:tagLst>
</file>

<file path=ppt/theme/theme1.xml><?xml version="1.0" encoding="utf-8"?>
<a:theme xmlns:a="http://schemas.openxmlformats.org/drawingml/2006/main" name="Grant Thornton US_Report Template">
  <a:themeElements>
    <a:clrScheme name="GT template">
      <a:dk1>
        <a:srgbClr val="262626"/>
      </a:dk1>
      <a:lt1>
        <a:sysClr val="window" lastClr="FFFFFF"/>
      </a:lt1>
      <a:dk2>
        <a:srgbClr val="4F2D7F"/>
      </a:dk2>
      <a:lt2>
        <a:srgbClr val="009B76"/>
      </a:lt2>
      <a:accent1>
        <a:srgbClr val="C30045"/>
      </a:accent1>
      <a:accent2>
        <a:srgbClr val="EAAB00"/>
      </a:accent2>
      <a:accent3>
        <a:srgbClr val="7AB800"/>
      </a:accent3>
      <a:accent4>
        <a:srgbClr val="006D55"/>
      </a:accent4>
      <a:accent5>
        <a:srgbClr val="E7DED0"/>
      </a:accent5>
      <a:accent6>
        <a:srgbClr val="7F7F7F"/>
      </a:accent6>
      <a:hlink>
        <a:srgbClr val="009B76"/>
      </a:hlink>
      <a:folHlink>
        <a:srgbClr val="4F2D7F"/>
      </a:folHlink>
    </a:clrScheme>
    <a:fontScheme name="Black Tie">
      <a:maj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aramond"/>
        <a:ea typeface=""/>
        <a:cs typeface=""/>
        <a:font script="Grek" typeface="Constantia"/>
        <a:font script="Cyrl" typeface="Constantia"/>
        <a:font script="Jpan" typeface="ＭＳ Ｐ明朝"/>
        <a:font script="Hang" typeface="궁서"/>
        <a:font script="Hans" typeface="仿宋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6350">
          <a:noFill/>
        </a:ln>
      </a:spPr>
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800" dirty="0" err="1" smtClean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54000" tIns="54000" rIns="54000" bIns="54000" rtlCol="0">
        <a:spAutoFit/>
      </a:bodyPr>
      <a:lstStyle>
        <a:defPPr>
          <a:defRPr sz="105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rant Thornton UK_R&amp;R Report Template.potx" id="{E97C4F6E-9418-45C7-B83A-9BC6495B70C1}" vid="{79428566-F273-4178-AF6C-FB9CD0A18272}"/>
    </a:ext>
  </a:extLst>
</a:theme>
</file>

<file path=ppt/theme/theme2.xml><?xml version="1.0" encoding="utf-8"?>
<a:theme xmlns:a="http://schemas.openxmlformats.org/drawingml/2006/main" name="Bid Landscape A4_Purple-Teal_Logo with strapline">
  <a:themeElements>
    <a:clrScheme name="_Purple-Teal">
      <a:dk1>
        <a:sysClr val="windowText" lastClr="000000"/>
      </a:dk1>
      <a:lt1>
        <a:sysClr val="window" lastClr="FFFFFF"/>
      </a:lt1>
      <a:dk2>
        <a:srgbClr val="4F2D7F"/>
      </a:dk2>
      <a:lt2>
        <a:srgbClr val="FFFFFF"/>
      </a:lt2>
      <a:accent1>
        <a:srgbClr val="4F2D7F"/>
      </a:accent1>
      <a:accent2>
        <a:srgbClr val="9581B2"/>
      </a:accent2>
      <a:accent3>
        <a:srgbClr val="00A7B5"/>
      </a:accent3>
      <a:accent4>
        <a:srgbClr val="66CAD3"/>
      </a:accent4>
      <a:accent5>
        <a:srgbClr val="C8BEAF"/>
      </a:accent5>
      <a:accent6>
        <a:srgbClr val="E9E5DF"/>
      </a:accent6>
      <a:hlink>
        <a:srgbClr val="4F2D7F"/>
      </a:hlink>
      <a:folHlink>
        <a:srgbClr val="4F2D7F"/>
      </a:folHlink>
    </a:clrScheme>
    <a:fontScheme name="_Grant_Thornt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sz="600" b="0" i="0" kern="1200" dirty="0" smtClean="0">
            <a:solidFill>
              <a:schemeClr val="tx1"/>
            </a:solidFill>
            <a:effectLst/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d Landscape A4_Purple-Teal_Logo with strapline" id="{763C840A-909D-4996-83C9-F8F52EFEC32E}" vid="{9D37DB68-18BB-4F36-8EF2-FF71F96967A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319EC04F146549A69B9240AA099FD0" ma:contentTypeVersion="11" ma:contentTypeDescription="Create a new document." ma:contentTypeScope="" ma:versionID="7b993f8cc1bbfb44c24dd749210fdb99">
  <xsd:schema xmlns:xsd="http://www.w3.org/2001/XMLSchema" xmlns:xs="http://www.w3.org/2001/XMLSchema" xmlns:p="http://schemas.microsoft.com/office/2006/metadata/properties" xmlns:ns2="55b39922-5115-4395-b2b6-c01d9b6023d9" xmlns:ns3="1362d4ca-3fe7-4746-9f37-169c8caad4f3" targetNamespace="http://schemas.microsoft.com/office/2006/metadata/properties" ma:root="true" ma:fieldsID="c239020410cd55014d4a7419afbfcbba" ns2:_="" ns3:_="">
    <xsd:import namespace="55b39922-5115-4395-b2b6-c01d9b6023d9"/>
    <xsd:import namespace="1362d4ca-3fe7-4746-9f37-169c8caad4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b39922-5115-4395-b2b6-c01d9b6023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4583ca7-8143-46ce-84ee-84b6993cef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62d4ca-3fe7-4746-9f37-169c8caad4f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b46701a-cd3a-4338-b90b-83041bafcf69}" ma:internalName="TaxCatchAll" ma:showField="CatchAllData" ma:web="1362d4ca-3fe7-4746-9f37-169c8caad4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b39922-5115-4395-b2b6-c01d9b6023d9">
      <Terms xmlns="http://schemas.microsoft.com/office/infopath/2007/PartnerControls"/>
    </lcf76f155ced4ddcb4097134ff3c332f>
    <TaxCatchAll xmlns="1362d4ca-3fe7-4746-9f37-169c8caad4f3" xsi:nil="true"/>
  </documentManagement>
</p:properties>
</file>

<file path=customXml/itemProps1.xml><?xml version="1.0" encoding="utf-8"?>
<ds:datastoreItem xmlns:ds="http://schemas.openxmlformats.org/officeDocument/2006/customXml" ds:itemID="{E39B0F7E-5586-43CE-BBA6-18F9366234F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A8687A-D2F5-4FCC-83AE-7090669189DB}"/>
</file>

<file path=customXml/itemProps3.xml><?xml version="1.0" encoding="utf-8"?>
<ds:datastoreItem xmlns:ds="http://schemas.openxmlformats.org/officeDocument/2006/customXml" ds:itemID="{B8350258-B9B8-4651-94E2-F053DE6BD6FC}">
  <ds:schemaRefs>
    <ds:schemaRef ds:uri="252ca33d-ee36-4e0d-acd4-f684d94a7613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e116349b-bd0b-4b4c-a410-637ec4b6fb85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517c203-d304-4f94-a45a-4928d8df9c3a}" enabled="1" method="Privileged" siteId="{82d9395f-8cb7-4600-9198-55ddb3da4c3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Grant Thornton UK_R&amp;R Report Template</Template>
  <TotalTime>11</TotalTime>
  <Words>118</Words>
  <Application>Microsoft Office PowerPoint</Application>
  <PresentationFormat>A4 Paper (210x297 mm)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Garamond</vt:lpstr>
      <vt:lpstr>Symbol</vt:lpstr>
      <vt:lpstr>Grant Thornton US_Report Template</vt:lpstr>
      <vt:lpstr>Bid Landscape A4_Purple-Teal_Logo with strapline</vt:lpstr>
      <vt:lpstr>PowerPoint Presentation</vt:lpstr>
      <vt:lpstr>People and Culture</vt:lpstr>
      <vt:lpstr>Values</vt:lpstr>
      <vt:lpstr>Our Values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Kaluba Chipulu</dc:creator>
  <cp:lastModifiedBy>Kaluba Chipulu</cp:lastModifiedBy>
  <cp:revision>1</cp:revision>
  <cp:lastPrinted>2015-08-03T13:02:54Z</cp:lastPrinted>
  <dcterms:created xsi:type="dcterms:W3CDTF">2024-10-10T11:48:16Z</dcterms:created>
  <dcterms:modified xsi:type="dcterms:W3CDTF">2026-03-04T20:17:03Z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0x01010015319EC04F146549A69B9240AA099FD0</vt:lpwstr>
  </property>
  <property fmtid="{D5CDD505-2E9C-101B-9397-08002B2CF9AE}" pid="3" name="MediaServiceImageTags">
    <vt:lpwstr/>
  </property>
</Properties>
</file>
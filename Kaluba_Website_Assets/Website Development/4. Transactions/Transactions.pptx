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heme/theme3.xml" ContentType="application/vnd.openxmlformats-officedocument.them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</p:sldMasterIdLst>
  <p:notesMasterIdLst>
    <p:notesMasterId r:id="rId12"/>
  </p:notesMasterIdLst>
  <p:sldIdLst>
    <p:sldId id="256" r:id="rId6"/>
    <p:sldId id="2007580304" r:id="rId7"/>
    <p:sldId id="2007580410" r:id="rId8"/>
    <p:sldId id="2007580412" r:id="rId9"/>
    <p:sldId id="2007580411" r:id="rId10"/>
    <p:sldId id="278" r:id="rId11"/>
  </p:sldIdLst>
  <p:sldSz cx="9906000" cy="6858000" type="A4"/>
  <p:notesSz cx="7099300" cy="10234613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81" userDrawn="1">
          <p15:clr>
            <a:srgbClr val="A4A3A4"/>
          </p15:clr>
        </p15:guide>
        <p15:guide id="4" orient="horz" pos="4065">
          <p15:clr>
            <a:srgbClr val="A4A3A4"/>
          </p15:clr>
        </p15:guide>
        <p15:guide id="7" orient="horz" pos="4156">
          <p15:clr>
            <a:srgbClr val="A4A3A4"/>
          </p15:clr>
        </p15:guide>
        <p15:guide id="8" orient="horz" pos="2523">
          <p15:clr>
            <a:srgbClr val="A4A3A4"/>
          </p15:clr>
        </p15:guide>
        <p15:guide id="11" pos="172">
          <p15:clr>
            <a:srgbClr val="A4A3A4"/>
          </p15:clr>
        </p15:guide>
        <p15:guide id="13" pos="3075">
          <p15:clr>
            <a:srgbClr val="A4A3A4"/>
          </p15:clr>
        </p15:guide>
        <p15:guide id="14" pos="3301" userDrawn="1">
          <p15:clr>
            <a:srgbClr val="A4A3A4"/>
          </p15:clr>
        </p15:guide>
        <p15:guide id="20" orient="horz" pos="346">
          <p15:clr>
            <a:srgbClr val="A4A3A4"/>
          </p15:clr>
        </p15:guide>
        <p15:guide id="21" orient="horz" pos="572">
          <p15:clr>
            <a:srgbClr val="A4A3A4"/>
          </p15:clr>
        </p15:guide>
        <p15:guide id="22" pos="6068" userDrawn="1">
          <p15:clr>
            <a:srgbClr val="A4A3A4"/>
          </p15:clr>
        </p15:guide>
        <p15:guide id="24" pos="1669">
          <p15:clr>
            <a:srgbClr val="A4A3A4"/>
          </p15:clr>
        </p15:guide>
        <p15:guide id="26" pos="4572">
          <p15:clr>
            <a:srgbClr val="A4A3A4"/>
          </p15:clr>
        </p15:guide>
        <p15:guide id="27" orient="horz" pos="2432">
          <p15:clr>
            <a:srgbClr val="A4A3A4"/>
          </p15:clr>
        </p15:guide>
        <p15:guide id="30" pos="1578" userDrawn="1">
          <p15:clr>
            <a:srgbClr val="A4A3A4"/>
          </p15:clr>
        </p15:guide>
        <p15:guide id="32" pos="4662" userDrawn="1">
          <p15:clr>
            <a:srgbClr val="A4A3A4"/>
          </p15:clr>
        </p15:guide>
        <p15:guide id="33" pos="4576">
          <p15:clr>
            <a:srgbClr val="A4A3A4"/>
          </p15:clr>
        </p15:guide>
        <p15:guide id="34" orient="horz" pos="42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9E635A-4126-B1E6-B25E-52C96220EE4F}" name="Chipasha Lupekesa" initials="CL" userId="S::chipasha@simkap.co.za::6b854c30-0edf-42b7-90c1-fbb798686fb4" providerId="AD"/>
  <p188:author id="{A7669F81-A127-AE07-856C-AAEEFC7652D1}" name="Chipasha Lupekesa" initials="CL" userId="S::Chipasha.Lupekesa@sng.gt.com::b67438f7-cbd2-46e1-ad93-f5e529a2ce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05E"/>
    <a:srgbClr val="A8D1A3"/>
    <a:srgbClr val="004635"/>
    <a:srgbClr val="22A06C"/>
    <a:srgbClr val="CCEBE4"/>
    <a:srgbClr val="54CBA0"/>
    <a:srgbClr val="A82B64"/>
    <a:srgbClr val="BD5E24"/>
    <a:srgbClr val="64646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4F0C7-A57E-419E-A660-7FD2F5E263E0}" v="6" dt="2026-03-04T08:12:28.326"/>
    <p1510:client id="{E7BBB75C-FCE0-45DE-86A7-5312E2C88B16}" v="40" dt="2026-03-04T20:04:43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38" y="51"/>
      </p:cViewPr>
      <p:guideLst>
        <p:guide orient="horz" pos="981"/>
        <p:guide orient="horz" pos="4065"/>
        <p:guide orient="horz" pos="4156"/>
        <p:guide orient="horz" pos="2523"/>
        <p:guide pos="172"/>
        <p:guide pos="3075"/>
        <p:guide pos="3301"/>
        <p:guide orient="horz" pos="346"/>
        <p:guide orient="horz" pos="572"/>
        <p:guide pos="6068"/>
        <p:guide pos="1669"/>
        <p:guide pos="4572"/>
        <p:guide orient="horz" pos="2432"/>
        <p:guide pos="1578"/>
        <p:guide pos="4662"/>
        <p:guide pos="4576"/>
        <p:guide orient="horz" pos="42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uba Chipulu" userId="f3ced1d2-13da-4312-8ea3-1169fdd8f7f3" providerId="ADAL" clId="{0F331AC0-884C-467F-AD4D-8B6CB4111C0A}"/>
    <pc:docChg chg="undo custSel mod addSld delSld modSld sldOrd modMainMaster">
      <pc:chgData name="Kaluba Chipulu" userId="f3ced1d2-13da-4312-8ea3-1169fdd8f7f3" providerId="ADAL" clId="{0F331AC0-884C-467F-AD4D-8B6CB4111C0A}" dt="2026-03-04T20:04:50.165" v="1093" actId="20577"/>
      <pc:docMkLst>
        <pc:docMk/>
      </pc:docMkLst>
      <pc:sldChg chg="modSp mod">
        <pc:chgData name="Kaluba Chipulu" userId="f3ced1d2-13da-4312-8ea3-1169fdd8f7f3" providerId="ADAL" clId="{0F331AC0-884C-467F-AD4D-8B6CB4111C0A}" dt="2026-03-04T19:26:58.677" v="86" actId="20577"/>
        <pc:sldMkLst>
          <pc:docMk/>
          <pc:sldMk cId="972097255" sldId="256"/>
        </pc:sldMkLst>
        <pc:spChg chg="mod">
          <ac:chgData name="Kaluba Chipulu" userId="f3ced1d2-13da-4312-8ea3-1169fdd8f7f3" providerId="ADAL" clId="{0F331AC0-884C-467F-AD4D-8B6CB4111C0A}" dt="2026-03-04T08:11:55.660" v="16" actId="20577"/>
          <ac:spMkLst>
            <pc:docMk/>
            <pc:sldMk cId="972097255" sldId="256"/>
            <ac:spMk id="5" creationId="{72AF4998-5F99-CD58-6A7C-39B23F1D86B0}"/>
          </ac:spMkLst>
        </pc:spChg>
        <pc:spChg chg="mod">
          <ac:chgData name="Kaluba Chipulu" userId="f3ced1d2-13da-4312-8ea3-1169fdd8f7f3" providerId="ADAL" clId="{0F331AC0-884C-467F-AD4D-8B6CB4111C0A}" dt="2026-03-04T08:12:18.431" v="42" actId="20577"/>
          <ac:spMkLst>
            <pc:docMk/>
            <pc:sldMk cId="972097255" sldId="256"/>
            <ac:spMk id="6" creationId="{D88868C1-FB33-599F-6DC6-70B8DC409B4A}"/>
          </ac:spMkLst>
        </pc:spChg>
        <pc:spChg chg="mod">
          <ac:chgData name="Kaluba Chipulu" userId="f3ced1d2-13da-4312-8ea3-1169fdd8f7f3" providerId="ADAL" clId="{0F331AC0-884C-467F-AD4D-8B6CB4111C0A}" dt="2026-03-04T19:26:58.677" v="86" actId="20577"/>
          <ac:spMkLst>
            <pc:docMk/>
            <pc:sldMk cId="972097255" sldId="256"/>
            <ac:spMk id="7" creationId="{F2A0BE8B-6825-820A-94F2-1AC41F7B9DCD}"/>
          </ac:spMkLst>
        </pc:spChg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52956530" sldId="2007580292"/>
        </pc:sldMkLst>
      </pc:sldChg>
      <pc:sldChg chg="del">
        <pc:chgData name="Kaluba Chipulu" userId="f3ced1d2-13da-4312-8ea3-1169fdd8f7f3" providerId="ADAL" clId="{0F331AC0-884C-467F-AD4D-8B6CB4111C0A}" dt="2026-03-04T19:30:40.155" v="88" actId="47"/>
        <pc:sldMkLst>
          <pc:docMk/>
          <pc:sldMk cId="1688842180" sldId="2007580296"/>
        </pc:sldMkLst>
      </pc:sldChg>
      <pc:sldChg chg="delSp modSp mod">
        <pc:chgData name="Kaluba Chipulu" userId="f3ced1d2-13da-4312-8ea3-1169fdd8f7f3" providerId="ADAL" clId="{0F331AC0-884C-467F-AD4D-8B6CB4111C0A}" dt="2026-03-04T19:53:36.258" v="902" actId="20577"/>
        <pc:sldMkLst>
          <pc:docMk/>
          <pc:sldMk cId="61140263" sldId="2007580304"/>
        </pc:sldMkLst>
        <pc:spChg chg="del">
          <ac:chgData name="Kaluba Chipulu" userId="f3ced1d2-13da-4312-8ea3-1169fdd8f7f3" providerId="ADAL" clId="{0F331AC0-884C-467F-AD4D-8B6CB4111C0A}" dt="2026-03-04T19:31:58.898" v="101" actId="478"/>
          <ac:spMkLst>
            <pc:docMk/>
            <pc:sldMk cId="61140263" sldId="2007580304"/>
            <ac:spMk id="3" creationId="{93156198-2B49-EFA6-2EFE-6674F13780C0}"/>
          </ac:spMkLst>
        </pc:spChg>
        <pc:spChg chg="mod">
          <ac:chgData name="Kaluba Chipulu" userId="f3ced1d2-13da-4312-8ea3-1169fdd8f7f3" providerId="ADAL" clId="{0F331AC0-884C-467F-AD4D-8B6CB4111C0A}" dt="2026-03-04T19:31:51.742" v="100" actId="20577"/>
          <ac:spMkLst>
            <pc:docMk/>
            <pc:sldMk cId="61140263" sldId="2007580304"/>
            <ac:spMk id="4" creationId="{0F5C31CB-B617-3ACD-AECD-EE7EFC01A895}"/>
          </ac:spMkLst>
        </pc:spChg>
        <pc:spChg chg="mod">
          <ac:chgData name="Kaluba Chipulu" userId="f3ced1d2-13da-4312-8ea3-1169fdd8f7f3" providerId="ADAL" clId="{0F331AC0-884C-467F-AD4D-8B6CB4111C0A}" dt="2026-03-04T19:53:36.258" v="902" actId="20577"/>
          <ac:spMkLst>
            <pc:docMk/>
            <pc:sldMk cId="61140263" sldId="2007580304"/>
            <ac:spMk id="5" creationId="{B900F7A8-83FB-AA78-753A-55F3B982C44E}"/>
          </ac:spMkLst>
        </pc:spChg>
        <pc:spChg chg="del">
          <ac:chgData name="Kaluba Chipulu" userId="f3ced1d2-13da-4312-8ea3-1169fdd8f7f3" providerId="ADAL" clId="{0F331AC0-884C-467F-AD4D-8B6CB4111C0A}" dt="2026-03-04T19:31:58.898" v="101" actId="478"/>
          <ac:spMkLst>
            <pc:docMk/>
            <pc:sldMk cId="61140263" sldId="2007580304"/>
            <ac:spMk id="10" creationId="{552BE2D8-2B45-9C53-215A-F86AA49D6643}"/>
          </ac:spMkLst>
        </pc:spChg>
        <pc:spChg chg="del">
          <ac:chgData name="Kaluba Chipulu" userId="f3ced1d2-13da-4312-8ea3-1169fdd8f7f3" providerId="ADAL" clId="{0F331AC0-884C-467F-AD4D-8B6CB4111C0A}" dt="2026-03-04T19:31:58.898" v="101" actId="478"/>
          <ac:spMkLst>
            <pc:docMk/>
            <pc:sldMk cId="61140263" sldId="2007580304"/>
            <ac:spMk id="12" creationId="{BA484E63-EB85-A83E-604F-ADB1DD6B44EB}"/>
          </ac:spMkLst>
        </pc:spChg>
        <pc:grpChg chg="del">
          <ac:chgData name="Kaluba Chipulu" userId="f3ced1d2-13da-4312-8ea3-1169fdd8f7f3" providerId="ADAL" clId="{0F331AC0-884C-467F-AD4D-8B6CB4111C0A}" dt="2026-03-04T19:31:58.898" v="101" actId="478"/>
          <ac:grpSpMkLst>
            <pc:docMk/>
            <pc:sldMk cId="61140263" sldId="2007580304"/>
            <ac:grpSpMk id="177" creationId="{D3714505-79E4-0B96-1ABA-A771DD1F405D}"/>
          </ac:grpSpMkLst>
        </pc:grpChg>
      </pc:sldChg>
      <pc:sldChg chg="del">
        <pc:chgData name="Kaluba Chipulu" userId="f3ced1d2-13da-4312-8ea3-1169fdd8f7f3" providerId="ADAL" clId="{0F331AC0-884C-467F-AD4D-8B6CB4111C0A}" dt="2026-03-04T19:30:40.155" v="88" actId="47"/>
        <pc:sldMkLst>
          <pc:docMk/>
          <pc:sldMk cId="2958470274" sldId="2007580305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2729880045" sldId="2007580306"/>
        </pc:sldMkLst>
      </pc:sldChg>
      <pc:sldChg chg="del">
        <pc:chgData name="Kaluba Chipulu" userId="f3ced1d2-13da-4312-8ea3-1169fdd8f7f3" providerId="ADAL" clId="{0F331AC0-884C-467F-AD4D-8B6CB4111C0A}" dt="2026-03-04T19:30:40.155" v="88" actId="47"/>
        <pc:sldMkLst>
          <pc:docMk/>
          <pc:sldMk cId="1914981228" sldId="2007580307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1451128886" sldId="2007580361"/>
        </pc:sldMkLst>
      </pc:sldChg>
      <pc:sldChg chg="addSp delSp modSp mod">
        <pc:chgData name="Kaluba Chipulu" userId="f3ced1d2-13da-4312-8ea3-1169fdd8f7f3" providerId="ADAL" clId="{0F331AC0-884C-467F-AD4D-8B6CB4111C0A}" dt="2026-03-04T19:45:55.403" v="714" actId="20577"/>
        <pc:sldMkLst>
          <pc:docMk/>
          <pc:sldMk cId="3929936421" sldId="2007580410"/>
        </pc:sldMkLst>
        <pc:spChg chg="mod">
          <ac:chgData name="Kaluba Chipulu" userId="f3ced1d2-13da-4312-8ea3-1169fdd8f7f3" providerId="ADAL" clId="{0F331AC0-884C-467F-AD4D-8B6CB4111C0A}" dt="2026-03-04T19:43:34.536" v="521"/>
          <ac:spMkLst>
            <pc:docMk/>
            <pc:sldMk cId="3929936421" sldId="2007580410"/>
            <ac:spMk id="2" creationId="{258FBB34-4F41-C245-E674-DDDED89BBFA7}"/>
          </ac:spMkLst>
        </pc:spChg>
        <pc:spChg chg="mod">
          <ac:chgData name="Kaluba Chipulu" userId="f3ced1d2-13da-4312-8ea3-1169fdd8f7f3" providerId="ADAL" clId="{0F331AC0-884C-467F-AD4D-8B6CB4111C0A}" dt="2026-03-04T19:41:15.543" v="492" actId="14100"/>
          <ac:spMkLst>
            <pc:docMk/>
            <pc:sldMk cId="3929936421" sldId="2007580410"/>
            <ac:spMk id="7" creationId="{18F809AE-4C6F-2224-BCD4-BC8068370054}"/>
          </ac:spMkLst>
        </pc:spChg>
        <pc:spChg chg="mod">
          <ac:chgData name="Kaluba Chipulu" userId="f3ced1d2-13da-4312-8ea3-1169fdd8f7f3" providerId="ADAL" clId="{0F331AC0-884C-467F-AD4D-8B6CB4111C0A}" dt="2026-03-04T19:38:43.689" v="421" actId="1076"/>
          <ac:spMkLst>
            <pc:docMk/>
            <pc:sldMk cId="3929936421" sldId="2007580410"/>
            <ac:spMk id="8" creationId="{A43F2BD5-0030-C736-8EB5-E8358A9C5BE8}"/>
          </ac:spMkLst>
        </pc:spChg>
        <pc:spChg chg="mod">
          <ac:chgData name="Kaluba Chipulu" userId="f3ced1d2-13da-4312-8ea3-1169fdd8f7f3" providerId="ADAL" clId="{0F331AC0-884C-467F-AD4D-8B6CB4111C0A}" dt="2026-03-04T19:45:04.837" v="628" actId="14100"/>
          <ac:spMkLst>
            <pc:docMk/>
            <pc:sldMk cId="3929936421" sldId="2007580410"/>
            <ac:spMk id="9" creationId="{52898E72-B878-F0E1-FF82-5B92F0C7B569}"/>
          </ac:spMkLst>
        </pc:spChg>
        <pc:spChg chg="del mod">
          <ac:chgData name="Kaluba Chipulu" userId="f3ced1d2-13da-4312-8ea3-1169fdd8f7f3" providerId="ADAL" clId="{0F331AC0-884C-467F-AD4D-8B6CB4111C0A}" dt="2026-03-04T19:42:27.845" v="506" actId="478"/>
          <ac:spMkLst>
            <pc:docMk/>
            <pc:sldMk cId="3929936421" sldId="2007580410"/>
            <ac:spMk id="12" creationId="{8E729A6D-396F-10AE-73A2-9DFD22717748}"/>
          </ac:spMkLst>
        </pc:spChg>
        <pc:spChg chg="del">
          <ac:chgData name="Kaluba Chipulu" userId="f3ced1d2-13da-4312-8ea3-1169fdd8f7f3" providerId="ADAL" clId="{0F331AC0-884C-467F-AD4D-8B6CB4111C0A}" dt="2026-03-04T19:42:45.026" v="511" actId="478"/>
          <ac:spMkLst>
            <pc:docMk/>
            <pc:sldMk cId="3929936421" sldId="2007580410"/>
            <ac:spMk id="13" creationId="{902AFD85-A939-830D-7B7B-EA5D3AD986B7}"/>
          </ac:spMkLst>
        </pc:spChg>
        <pc:spChg chg="mod">
          <ac:chgData name="Kaluba Chipulu" userId="f3ced1d2-13da-4312-8ea3-1169fdd8f7f3" providerId="ADAL" clId="{0F331AC0-884C-467F-AD4D-8B6CB4111C0A}" dt="2026-03-04T19:45:44.076" v="710" actId="14100"/>
          <ac:spMkLst>
            <pc:docMk/>
            <pc:sldMk cId="3929936421" sldId="2007580410"/>
            <ac:spMk id="14" creationId="{F069D304-83C1-8C86-F940-40E538F49F94}"/>
          </ac:spMkLst>
        </pc:spChg>
        <pc:spChg chg="add mod">
          <ac:chgData name="Kaluba Chipulu" userId="f3ced1d2-13da-4312-8ea3-1169fdd8f7f3" providerId="ADAL" clId="{0F331AC0-884C-467F-AD4D-8B6CB4111C0A}" dt="2026-03-04T19:37:59.061" v="377" actId="20577"/>
          <ac:spMkLst>
            <pc:docMk/>
            <pc:sldMk cId="3929936421" sldId="2007580410"/>
            <ac:spMk id="15" creationId="{813A6B85-359B-75CA-81B6-97718FF1568A}"/>
          </ac:spMkLst>
        </pc:spChg>
        <pc:spChg chg="add mod">
          <ac:chgData name="Kaluba Chipulu" userId="f3ced1d2-13da-4312-8ea3-1169fdd8f7f3" providerId="ADAL" clId="{0F331AC0-884C-467F-AD4D-8B6CB4111C0A}" dt="2026-03-04T19:39:16.635" v="426" actId="20577"/>
          <ac:spMkLst>
            <pc:docMk/>
            <pc:sldMk cId="3929936421" sldId="2007580410"/>
            <ac:spMk id="16" creationId="{3E13940E-E4FB-041B-44C7-687C61F32BEA}"/>
          </ac:spMkLst>
        </pc:spChg>
        <pc:spChg chg="add mod">
          <ac:chgData name="Kaluba Chipulu" userId="f3ced1d2-13da-4312-8ea3-1169fdd8f7f3" providerId="ADAL" clId="{0F331AC0-884C-467F-AD4D-8B6CB4111C0A}" dt="2026-03-04T19:41:54.031" v="505" actId="20577"/>
          <ac:spMkLst>
            <pc:docMk/>
            <pc:sldMk cId="3929936421" sldId="2007580410"/>
            <ac:spMk id="17" creationId="{3CF67F13-363D-EBE3-93C1-338462A0BC31}"/>
          </ac:spMkLst>
        </pc:spChg>
        <pc:spChg chg="add mod">
          <ac:chgData name="Kaluba Chipulu" userId="f3ced1d2-13da-4312-8ea3-1169fdd8f7f3" providerId="ADAL" clId="{0F331AC0-884C-467F-AD4D-8B6CB4111C0A}" dt="2026-03-04T19:45:07.309" v="629" actId="1076"/>
          <ac:spMkLst>
            <pc:docMk/>
            <pc:sldMk cId="3929936421" sldId="2007580410"/>
            <ac:spMk id="18" creationId="{A1E330AD-9A71-CEC9-A644-7A499EFB947B}"/>
          </ac:spMkLst>
        </pc:spChg>
        <pc:spChg chg="add mod">
          <ac:chgData name="Kaluba Chipulu" userId="f3ced1d2-13da-4312-8ea3-1169fdd8f7f3" providerId="ADAL" clId="{0F331AC0-884C-467F-AD4D-8B6CB4111C0A}" dt="2026-03-04T19:45:55.403" v="714" actId="20577"/>
          <ac:spMkLst>
            <pc:docMk/>
            <pc:sldMk cId="3929936421" sldId="2007580410"/>
            <ac:spMk id="19" creationId="{764F4BE0-A965-C067-D4AF-5C912F3C5D3E}"/>
          </ac:spMkLst>
        </pc:spChg>
        <pc:spChg chg="add mod">
          <ac:chgData name="Kaluba Chipulu" userId="f3ced1d2-13da-4312-8ea3-1169fdd8f7f3" providerId="ADAL" clId="{0F331AC0-884C-467F-AD4D-8B6CB4111C0A}" dt="2026-03-04T19:43:04.205" v="519" actId="20577"/>
          <ac:spMkLst>
            <pc:docMk/>
            <pc:sldMk cId="3929936421" sldId="2007580410"/>
            <ac:spMk id="20" creationId="{5B40034D-01D2-48D4-AB6D-4CFCFA22634F}"/>
          </ac:spMkLst>
        </pc:spChg>
        <pc:spChg chg="mod">
          <ac:chgData name="Kaluba Chipulu" userId="f3ced1d2-13da-4312-8ea3-1169fdd8f7f3" providerId="ADAL" clId="{0F331AC0-884C-467F-AD4D-8B6CB4111C0A}" dt="2026-03-04T19:36:24.037" v="339" actId="20577"/>
          <ac:spMkLst>
            <pc:docMk/>
            <pc:sldMk cId="3929936421" sldId="2007580410"/>
            <ac:spMk id="27" creationId="{3B6DC0B5-507D-E3DD-6681-C79C7A894624}"/>
          </ac:spMkLst>
        </pc:spChg>
        <pc:spChg chg="mod">
          <ac:chgData name="Kaluba Chipulu" userId="f3ced1d2-13da-4312-8ea3-1169fdd8f7f3" providerId="ADAL" clId="{0F331AC0-884C-467F-AD4D-8B6CB4111C0A}" dt="2026-03-04T19:36:41.185" v="353" actId="1076"/>
          <ac:spMkLst>
            <pc:docMk/>
            <pc:sldMk cId="3929936421" sldId="2007580410"/>
            <ac:spMk id="28" creationId="{415DBBA5-2CE6-59ED-FA84-D7AD687FBC4D}"/>
          </ac:spMkLst>
        </pc:spChg>
        <pc:picChg chg="del">
          <ac:chgData name="Kaluba Chipulu" userId="f3ced1d2-13da-4312-8ea3-1169fdd8f7f3" providerId="ADAL" clId="{0F331AC0-884C-467F-AD4D-8B6CB4111C0A}" dt="2026-03-04T19:40:06.426" v="434" actId="478"/>
          <ac:picMkLst>
            <pc:docMk/>
            <pc:sldMk cId="3929936421" sldId="2007580410"/>
            <ac:picMk id="6" creationId="{93EB10E4-1911-574E-6902-A75227DE5614}"/>
          </ac:picMkLst>
        </pc:picChg>
        <pc:picChg chg="add del mod">
          <ac:chgData name="Kaluba Chipulu" userId="f3ced1d2-13da-4312-8ea3-1169fdd8f7f3" providerId="ADAL" clId="{0F331AC0-884C-467F-AD4D-8B6CB4111C0A}" dt="2026-03-04T19:39:32.449" v="429" actId="478"/>
          <ac:picMkLst>
            <pc:docMk/>
            <pc:sldMk cId="3929936421" sldId="2007580410"/>
            <ac:picMk id="1026" creationId="{080CEC6D-1444-3ABC-05C6-5DC954633006}"/>
          </ac:picMkLst>
        </pc:picChg>
        <pc:picChg chg="add mod">
          <ac:chgData name="Kaluba Chipulu" userId="f3ced1d2-13da-4312-8ea3-1169fdd8f7f3" providerId="ADAL" clId="{0F331AC0-884C-467F-AD4D-8B6CB4111C0A}" dt="2026-03-04T19:40:08.155" v="435" actId="1076"/>
          <ac:picMkLst>
            <pc:docMk/>
            <pc:sldMk cId="3929936421" sldId="2007580410"/>
            <ac:picMk id="1028" creationId="{B270BF78-393B-5391-25F9-66D16B9D49CE}"/>
          </ac:picMkLst>
        </pc:picChg>
      </pc:sldChg>
      <pc:sldChg chg="addSp modSp mod">
        <pc:chgData name="Kaluba Chipulu" userId="f3ced1d2-13da-4312-8ea3-1169fdd8f7f3" providerId="ADAL" clId="{0F331AC0-884C-467F-AD4D-8B6CB4111C0A}" dt="2026-03-04T20:04:50.165" v="1093" actId="20577"/>
        <pc:sldMkLst>
          <pc:docMk/>
          <pc:sldMk cId="1345730238" sldId="2007580411"/>
        </pc:sldMkLst>
        <pc:spChg chg="mod">
          <ac:chgData name="Kaluba Chipulu" userId="f3ced1d2-13da-4312-8ea3-1169fdd8f7f3" providerId="ADAL" clId="{0F331AC0-884C-467F-AD4D-8B6CB4111C0A}" dt="2026-03-04T19:43:31.296" v="520"/>
          <ac:spMkLst>
            <pc:docMk/>
            <pc:sldMk cId="1345730238" sldId="2007580411"/>
            <ac:spMk id="2" creationId="{D843BA00-6F73-DA3D-2FC6-068D56251028}"/>
          </ac:spMkLst>
        </pc:spChg>
        <pc:spChg chg="mod">
          <ac:chgData name="Kaluba Chipulu" userId="f3ced1d2-13da-4312-8ea3-1169fdd8f7f3" providerId="ADAL" clId="{0F331AC0-884C-467F-AD4D-8B6CB4111C0A}" dt="2026-03-04T19:50:44.910" v="797" actId="1076"/>
          <ac:spMkLst>
            <pc:docMk/>
            <pc:sldMk cId="1345730238" sldId="2007580411"/>
            <ac:spMk id="3" creationId="{FB8A1766-4273-4ED9-8DD6-2B4B25883E62}"/>
          </ac:spMkLst>
        </pc:spChg>
        <pc:spChg chg="add mod">
          <ac:chgData name="Kaluba Chipulu" userId="f3ced1d2-13da-4312-8ea3-1169fdd8f7f3" providerId="ADAL" clId="{0F331AC0-884C-467F-AD4D-8B6CB4111C0A}" dt="2026-03-04T19:49:03.334" v="765" actId="20577"/>
          <ac:spMkLst>
            <pc:docMk/>
            <pc:sldMk cId="1345730238" sldId="2007580411"/>
            <ac:spMk id="6" creationId="{9A140B54-7558-B55E-B42E-4B91553E3D73}"/>
          </ac:spMkLst>
        </pc:spChg>
        <pc:spChg chg="add mod">
          <ac:chgData name="Kaluba Chipulu" userId="f3ced1d2-13da-4312-8ea3-1169fdd8f7f3" providerId="ADAL" clId="{0F331AC0-884C-467F-AD4D-8B6CB4111C0A}" dt="2026-03-04T19:49:49.365" v="773" actId="20577"/>
          <ac:spMkLst>
            <pc:docMk/>
            <pc:sldMk cId="1345730238" sldId="2007580411"/>
            <ac:spMk id="7" creationId="{C24139F6-75B6-BF3A-48CB-7DBED52BAC39}"/>
          </ac:spMkLst>
        </pc:spChg>
        <pc:spChg chg="add mod">
          <ac:chgData name="Kaluba Chipulu" userId="f3ced1d2-13da-4312-8ea3-1169fdd8f7f3" providerId="ADAL" clId="{0F331AC0-884C-467F-AD4D-8B6CB4111C0A}" dt="2026-03-04T20:04:11.540" v="1069" actId="20577"/>
          <ac:spMkLst>
            <pc:docMk/>
            <pc:sldMk cId="1345730238" sldId="2007580411"/>
            <ac:spMk id="8" creationId="{191EB0EF-187C-76CB-D8DB-3534CC694FDD}"/>
          </ac:spMkLst>
        </pc:spChg>
        <pc:spChg chg="add mod">
          <ac:chgData name="Kaluba Chipulu" userId="f3ced1d2-13da-4312-8ea3-1169fdd8f7f3" providerId="ADAL" clId="{0F331AC0-884C-467F-AD4D-8B6CB4111C0A}" dt="2026-03-04T20:04:41.257" v="1089" actId="1076"/>
          <ac:spMkLst>
            <pc:docMk/>
            <pc:sldMk cId="1345730238" sldId="2007580411"/>
            <ac:spMk id="9" creationId="{E624350E-B0F0-98A2-8B28-7617B695AC23}"/>
          </ac:spMkLst>
        </pc:spChg>
        <pc:spChg chg="add mod">
          <ac:chgData name="Kaluba Chipulu" userId="f3ced1d2-13da-4312-8ea3-1169fdd8f7f3" providerId="ADAL" clId="{0F331AC0-884C-467F-AD4D-8B6CB4111C0A}" dt="2026-03-04T20:04:50.165" v="1093" actId="20577"/>
          <ac:spMkLst>
            <pc:docMk/>
            <pc:sldMk cId="1345730238" sldId="2007580411"/>
            <ac:spMk id="11" creationId="{915597C6-736D-8474-9023-75EDCB1FEAA6}"/>
          </ac:spMkLst>
        </pc:spChg>
        <pc:spChg chg="mod">
          <ac:chgData name="Kaluba Chipulu" userId="f3ced1d2-13da-4312-8ea3-1169fdd8f7f3" providerId="ADAL" clId="{0F331AC0-884C-467F-AD4D-8B6CB4111C0A}" dt="2026-03-04T19:49:31.537" v="770" actId="20577"/>
          <ac:spMkLst>
            <pc:docMk/>
            <pc:sldMk cId="1345730238" sldId="2007580411"/>
            <ac:spMk id="77" creationId="{DD9F23A0-4BE1-01D7-297C-01336875AE40}"/>
          </ac:spMkLst>
        </pc:spChg>
        <pc:spChg chg="mod">
          <ac:chgData name="Kaluba Chipulu" userId="f3ced1d2-13da-4312-8ea3-1169fdd8f7f3" providerId="ADAL" clId="{0F331AC0-884C-467F-AD4D-8B6CB4111C0A}" dt="2026-03-04T19:50:06.533" v="777" actId="20577"/>
          <ac:spMkLst>
            <pc:docMk/>
            <pc:sldMk cId="1345730238" sldId="2007580411"/>
            <ac:spMk id="78" creationId="{E7CDD1AA-F62F-C7C3-80AA-C76D43A52B81}"/>
          </ac:spMkLst>
        </pc:spChg>
        <pc:spChg chg="mod">
          <ac:chgData name="Kaluba Chipulu" userId="f3ced1d2-13da-4312-8ea3-1169fdd8f7f3" providerId="ADAL" clId="{0F331AC0-884C-467F-AD4D-8B6CB4111C0A}" dt="2026-03-04T20:03:08.498" v="1025" actId="20577"/>
          <ac:spMkLst>
            <pc:docMk/>
            <pc:sldMk cId="1345730238" sldId="2007580411"/>
            <ac:spMk id="81" creationId="{98283B8C-7D7D-1AE0-37BA-81F23B1D70A6}"/>
          </ac:spMkLst>
        </pc:spChg>
        <pc:spChg chg="mod">
          <ac:chgData name="Kaluba Chipulu" userId="f3ced1d2-13da-4312-8ea3-1169fdd8f7f3" providerId="ADAL" clId="{0F331AC0-884C-467F-AD4D-8B6CB4111C0A}" dt="2026-03-04T20:04:38.629" v="1088" actId="1076"/>
          <ac:spMkLst>
            <pc:docMk/>
            <pc:sldMk cId="1345730238" sldId="2007580411"/>
            <ac:spMk id="82" creationId="{8072C60B-3003-9864-B1FA-36B52D8B13B2}"/>
          </ac:spMkLst>
        </pc:spChg>
        <pc:spChg chg="mod">
          <ac:chgData name="Kaluba Chipulu" userId="f3ced1d2-13da-4312-8ea3-1169fdd8f7f3" providerId="ADAL" clId="{0F331AC0-884C-467F-AD4D-8B6CB4111C0A}" dt="2026-03-04T19:48:34.355" v="764" actId="20577"/>
          <ac:spMkLst>
            <pc:docMk/>
            <pc:sldMk cId="1345730238" sldId="2007580411"/>
            <ac:spMk id="86" creationId="{A5ED5A0C-BDE9-44E0-C87A-94FB5423D110}"/>
          </ac:spMkLst>
        </pc:spChg>
        <pc:spChg chg="mod">
          <ac:chgData name="Kaluba Chipulu" userId="f3ced1d2-13da-4312-8ea3-1169fdd8f7f3" providerId="ADAL" clId="{0F331AC0-884C-467F-AD4D-8B6CB4111C0A}" dt="2026-03-04T19:46:46.414" v="748" actId="1076"/>
          <ac:spMkLst>
            <pc:docMk/>
            <pc:sldMk cId="1345730238" sldId="2007580411"/>
            <ac:spMk id="87" creationId="{63E2CB88-BEBF-5BEE-AD8B-7496ABDC1F82}"/>
          </ac:spMkLst>
        </pc:spChg>
        <pc:picChg chg="mod">
          <ac:chgData name="Kaluba Chipulu" userId="f3ced1d2-13da-4312-8ea3-1169fdd8f7f3" providerId="ADAL" clId="{0F331AC0-884C-467F-AD4D-8B6CB4111C0A}" dt="2026-03-04T20:04:15.066" v="1070" actId="1076"/>
          <ac:picMkLst>
            <pc:docMk/>
            <pc:sldMk cId="1345730238" sldId="2007580411"/>
            <ac:picMk id="4" creationId="{C725F9A9-D206-5CCC-D421-3343B9182A60}"/>
          </ac:picMkLst>
        </pc:picChg>
      </pc:sldChg>
      <pc:sldChg chg="addSp delSp modSp mod ord">
        <pc:chgData name="Kaluba Chipulu" userId="f3ced1d2-13da-4312-8ea3-1169fdd8f7f3" providerId="ADAL" clId="{0F331AC0-884C-467F-AD4D-8B6CB4111C0A}" dt="2026-03-04T20:03:26.062" v="1029" actId="14100"/>
        <pc:sldMkLst>
          <pc:docMk/>
          <pc:sldMk cId="2448308388" sldId="2007580412"/>
        </pc:sldMkLst>
        <pc:spChg chg="mod">
          <ac:chgData name="Kaluba Chipulu" userId="f3ced1d2-13da-4312-8ea3-1169fdd8f7f3" providerId="ADAL" clId="{0F331AC0-884C-467F-AD4D-8B6CB4111C0A}" dt="2026-03-04T19:43:39.054" v="522"/>
          <ac:spMkLst>
            <pc:docMk/>
            <pc:sldMk cId="2448308388" sldId="2007580412"/>
            <ac:spMk id="2" creationId="{F3146FC0-F372-AA94-E557-19228C9235B9}"/>
          </ac:spMkLst>
        </pc:spChg>
        <pc:spChg chg="mod">
          <ac:chgData name="Kaluba Chipulu" userId="f3ced1d2-13da-4312-8ea3-1169fdd8f7f3" providerId="ADAL" clId="{0F331AC0-884C-467F-AD4D-8B6CB4111C0A}" dt="2026-03-04T19:57:02.070" v="978" actId="6549"/>
          <ac:spMkLst>
            <pc:docMk/>
            <pc:sldMk cId="2448308388" sldId="2007580412"/>
            <ac:spMk id="12" creationId="{9E5F6F48-01AE-234D-0F76-DA25D4328C95}"/>
          </ac:spMkLst>
        </pc:spChg>
        <pc:spChg chg="add mod">
          <ac:chgData name="Kaluba Chipulu" userId="f3ced1d2-13da-4312-8ea3-1169fdd8f7f3" providerId="ADAL" clId="{0F331AC0-884C-467F-AD4D-8B6CB4111C0A}" dt="2026-03-04T19:51:44.723" v="825" actId="1076"/>
          <ac:spMkLst>
            <pc:docMk/>
            <pc:sldMk cId="2448308388" sldId="2007580412"/>
            <ac:spMk id="13" creationId="{0F6AFAA2-4287-41A6-A816-0F2A299F0A1E}"/>
          </ac:spMkLst>
        </pc:spChg>
        <pc:spChg chg="mod">
          <ac:chgData name="Kaluba Chipulu" userId="f3ced1d2-13da-4312-8ea3-1169fdd8f7f3" providerId="ADAL" clId="{0F331AC0-884C-467F-AD4D-8B6CB4111C0A}" dt="2026-03-04T20:00:50.785" v="984" actId="20577"/>
          <ac:spMkLst>
            <pc:docMk/>
            <pc:sldMk cId="2448308388" sldId="2007580412"/>
            <ac:spMk id="14" creationId="{F175CA51-B066-02CB-D6DC-54702E19E1F4}"/>
          </ac:spMkLst>
        </pc:spChg>
        <pc:spChg chg="mod">
          <ac:chgData name="Kaluba Chipulu" userId="f3ced1d2-13da-4312-8ea3-1169fdd8f7f3" providerId="ADAL" clId="{0F331AC0-884C-467F-AD4D-8B6CB4111C0A}" dt="2026-03-04T19:55:37.205" v="972" actId="14100"/>
          <ac:spMkLst>
            <pc:docMk/>
            <pc:sldMk cId="2448308388" sldId="2007580412"/>
            <ac:spMk id="15" creationId="{55C2ADED-E21A-398E-6F5E-8E301C9ED987}"/>
          </ac:spMkLst>
        </pc:spChg>
        <pc:spChg chg="mod">
          <ac:chgData name="Kaluba Chipulu" userId="f3ced1d2-13da-4312-8ea3-1169fdd8f7f3" providerId="ADAL" clId="{0F331AC0-884C-467F-AD4D-8B6CB4111C0A}" dt="2026-03-04T19:51:27.198" v="822" actId="20577"/>
          <ac:spMkLst>
            <pc:docMk/>
            <pc:sldMk cId="2448308388" sldId="2007580412"/>
            <ac:spMk id="16" creationId="{CFB422B8-EDC1-D90B-7A5E-A14916952A1D}"/>
          </ac:spMkLst>
        </pc:spChg>
        <pc:spChg chg="add mod">
          <ac:chgData name="Kaluba Chipulu" userId="f3ced1d2-13da-4312-8ea3-1169fdd8f7f3" providerId="ADAL" clId="{0F331AC0-884C-467F-AD4D-8B6CB4111C0A}" dt="2026-03-04T19:51:44.723" v="825" actId="1076"/>
          <ac:spMkLst>
            <pc:docMk/>
            <pc:sldMk cId="2448308388" sldId="2007580412"/>
            <ac:spMk id="17" creationId="{4622D5FA-F729-05F1-5AA0-2AEBCFAF88E0}"/>
          </ac:spMkLst>
        </pc:spChg>
        <pc:spChg chg="mod">
          <ac:chgData name="Kaluba Chipulu" userId="f3ced1d2-13da-4312-8ea3-1169fdd8f7f3" providerId="ADAL" clId="{0F331AC0-884C-467F-AD4D-8B6CB4111C0A}" dt="2026-03-04T20:03:26.062" v="1029" actId="14100"/>
          <ac:spMkLst>
            <pc:docMk/>
            <pc:sldMk cId="2448308388" sldId="2007580412"/>
            <ac:spMk id="18" creationId="{440EC784-127E-A6CD-3C88-268DC53697B5}"/>
          </ac:spMkLst>
        </pc:spChg>
        <pc:spChg chg="mod">
          <ac:chgData name="Kaluba Chipulu" userId="f3ced1d2-13da-4312-8ea3-1169fdd8f7f3" providerId="ADAL" clId="{0F331AC0-884C-467F-AD4D-8B6CB4111C0A}" dt="2026-03-04T19:55:34.735" v="971" actId="1076"/>
          <ac:spMkLst>
            <pc:docMk/>
            <pc:sldMk cId="2448308388" sldId="2007580412"/>
            <ac:spMk id="19" creationId="{A70783A6-4B3A-C8FB-938D-7B036E5778F3}"/>
          </ac:spMkLst>
        </pc:spChg>
        <pc:spChg chg="del">
          <ac:chgData name="Kaluba Chipulu" userId="f3ced1d2-13da-4312-8ea3-1169fdd8f7f3" providerId="ADAL" clId="{0F331AC0-884C-467F-AD4D-8B6CB4111C0A}" dt="2026-03-04T19:51:40.347" v="823" actId="478"/>
          <ac:spMkLst>
            <pc:docMk/>
            <pc:sldMk cId="2448308388" sldId="2007580412"/>
            <ac:spMk id="20" creationId="{5B174632-2213-AB71-5390-6CB5CD21B866}"/>
          </ac:spMkLst>
        </pc:spChg>
        <pc:spChg chg="mod">
          <ac:chgData name="Kaluba Chipulu" userId="f3ced1d2-13da-4312-8ea3-1169fdd8f7f3" providerId="ADAL" clId="{0F331AC0-884C-467F-AD4D-8B6CB4111C0A}" dt="2026-03-04T19:53:13.049" v="878" actId="1076"/>
          <ac:spMkLst>
            <pc:docMk/>
            <pc:sldMk cId="2448308388" sldId="2007580412"/>
            <ac:spMk id="22" creationId="{9915B538-246A-91DF-21D0-B41BE4934977}"/>
          </ac:spMkLst>
        </pc:spChg>
        <pc:spChg chg="add mod">
          <ac:chgData name="Kaluba Chipulu" userId="f3ced1d2-13da-4312-8ea3-1169fdd8f7f3" providerId="ADAL" clId="{0F331AC0-884C-467F-AD4D-8B6CB4111C0A}" dt="2026-03-04T19:56:16.798" v="976" actId="20577"/>
          <ac:spMkLst>
            <pc:docMk/>
            <pc:sldMk cId="2448308388" sldId="2007580412"/>
            <ac:spMk id="23" creationId="{605E742E-1039-8156-F094-0B067A04A3D4}"/>
          </ac:spMkLst>
        </pc:spChg>
        <pc:spChg chg="add mod">
          <ac:chgData name="Kaluba Chipulu" userId="f3ced1d2-13da-4312-8ea3-1169fdd8f7f3" providerId="ADAL" clId="{0F331AC0-884C-467F-AD4D-8B6CB4111C0A}" dt="2026-03-04T19:59:50.859" v="982" actId="20577"/>
          <ac:spMkLst>
            <pc:docMk/>
            <pc:sldMk cId="2448308388" sldId="2007580412"/>
            <ac:spMk id="24" creationId="{200A8C19-D11F-FC3E-47D4-8CE78F61B44C}"/>
          </ac:spMkLst>
        </pc:spChg>
        <pc:spChg chg="add mod">
          <ac:chgData name="Kaluba Chipulu" userId="f3ced1d2-13da-4312-8ea3-1169fdd8f7f3" providerId="ADAL" clId="{0F331AC0-884C-467F-AD4D-8B6CB4111C0A}" dt="2026-03-04T20:02:23.649" v="995" actId="20577"/>
          <ac:spMkLst>
            <pc:docMk/>
            <pc:sldMk cId="2448308388" sldId="2007580412"/>
            <ac:spMk id="25" creationId="{23929819-0E07-6C90-BD07-207EFEC4C637}"/>
          </ac:spMkLst>
        </pc:spChg>
        <pc:spChg chg="add del mod">
          <ac:chgData name="Kaluba Chipulu" userId="f3ced1d2-13da-4312-8ea3-1169fdd8f7f3" providerId="ADAL" clId="{0F331AC0-884C-467F-AD4D-8B6CB4111C0A}" dt="2026-03-04T20:01:34.779" v="988" actId="478"/>
          <ac:spMkLst>
            <pc:docMk/>
            <pc:sldMk cId="2448308388" sldId="2007580412"/>
            <ac:spMk id="26" creationId="{C16E26DB-62D0-9C77-A447-B0E3BADE3EDE}"/>
          </ac:spMkLst>
        </pc:spChg>
      </pc:sldChg>
      <pc:sldChg chg="add del">
        <pc:chgData name="Kaluba Chipulu" userId="f3ced1d2-13da-4312-8ea3-1169fdd8f7f3" providerId="ADAL" clId="{0F331AC0-884C-467F-AD4D-8B6CB4111C0A}" dt="2026-03-04T08:13:54.550" v="52" actId="47"/>
        <pc:sldMkLst>
          <pc:docMk/>
          <pc:sldMk cId="1019289709" sldId="2007580439"/>
        </pc:sldMkLst>
      </pc:sldChg>
      <pc:sldChg chg="del">
        <pc:chgData name="Kaluba Chipulu" userId="f3ced1d2-13da-4312-8ea3-1169fdd8f7f3" providerId="ADAL" clId="{0F331AC0-884C-467F-AD4D-8B6CB4111C0A}" dt="2026-03-04T19:30:40.155" v="88" actId="47"/>
        <pc:sldMkLst>
          <pc:docMk/>
          <pc:sldMk cId="2829013170" sldId="2007580440"/>
        </pc:sldMkLst>
      </pc:sldChg>
      <pc:sldChg chg="del">
        <pc:chgData name="Kaluba Chipulu" userId="f3ced1d2-13da-4312-8ea3-1169fdd8f7f3" providerId="ADAL" clId="{0F331AC0-884C-467F-AD4D-8B6CB4111C0A}" dt="2026-03-04T19:30:40.155" v="88" actId="47"/>
        <pc:sldMkLst>
          <pc:docMk/>
          <pc:sldMk cId="1766186652" sldId="2007580441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907720770" sldId="2007580443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4030538067" sldId="2007580444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2985498414" sldId="2007580445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799221587" sldId="2007580446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2519332668" sldId="2007580447"/>
        </pc:sldMkLst>
      </pc:sldChg>
      <pc:sldChg chg="del">
        <pc:chgData name="Kaluba Chipulu" userId="f3ced1d2-13da-4312-8ea3-1169fdd8f7f3" providerId="ADAL" clId="{0F331AC0-884C-467F-AD4D-8B6CB4111C0A}" dt="2026-03-04T19:27:14.688" v="87" actId="47"/>
        <pc:sldMkLst>
          <pc:docMk/>
          <pc:sldMk cId="392134412" sldId="2007580448"/>
        </pc:sldMkLst>
      </pc:sldChg>
      <pc:sldChg chg="modSp del mod">
        <pc:chgData name="Kaluba Chipulu" userId="f3ced1d2-13da-4312-8ea3-1169fdd8f7f3" providerId="ADAL" clId="{0F331AC0-884C-467F-AD4D-8B6CB4111C0A}" dt="2026-03-04T20:01:19.029" v="985" actId="47"/>
        <pc:sldMkLst>
          <pc:docMk/>
          <pc:sldMk cId="3818621294" sldId="2007580449"/>
        </pc:sldMkLst>
        <pc:spChg chg="mod">
          <ac:chgData name="Kaluba Chipulu" userId="f3ced1d2-13da-4312-8ea3-1169fdd8f7f3" providerId="ADAL" clId="{0F331AC0-884C-467F-AD4D-8B6CB4111C0A}" dt="2026-03-04T19:43:43.267" v="523"/>
          <ac:spMkLst>
            <pc:docMk/>
            <pc:sldMk cId="3818621294" sldId="2007580449"/>
            <ac:spMk id="2" creationId="{D9958BCA-938B-89D7-3E4C-F8FC4CC99139}"/>
          </ac:spMkLst>
        </pc:spChg>
        <pc:spChg chg="mod">
          <ac:chgData name="Kaluba Chipulu" userId="f3ced1d2-13da-4312-8ea3-1169fdd8f7f3" providerId="ADAL" clId="{0F331AC0-884C-467F-AD4D-8B6CB4111C0A}" dt="2026-03-04T19:43:54.902" v="532" actId="1076"/>
          <ac:spMkLst>
            <pc:docMk/>
            <pc:sldMk cId="3818621294" sldId="2007580449"/>
            <ac:spMk id="12" creationId="{B3AA378D-DE5D-C6D0-320D-923F54337C6A}"/>
          </ac:spMkLst>
        </pc:spChg>
      </pc:sldChg>
      <pc:sldMasterChg chg="delSp modSp mod modSldLayout">
        <pc:chgData name="Kaluba Chipulu" userId="f3ced1d2-13da-4312-8ea3-1169fdd8f7f3" providerId="ADAL" clId="{0F331AC0-884C-467F-AD4D-8B6CB4111C0A}" dt="2026-03-04T10:34:51.962" v="75" actId="20577"/>
        <pc:sldMasterMkLst>
          <pc:docMk/>
          <pc:sldMasterMk cId="1775388979" sldId="2147483648"/>
        </pc:sldMasterMkLst>
        <pc:spChg chg="mod">
          <ac:chgData name="Kaluba Chipulu" userId="f3ced1d2-13da-4312-8ea3-1169fdd8f7f3" providerId="ADAL" clId="{0F331AC0-884C-467F-AD4D-8B6CB4111C0A}" dt="2026-03-04T10:34:51.962" v="75" actId="20577"/>
          <ac:spMkLst>
            <pc:docMk/>
            <pc:sldMasterMk cId="1775388979" sldId="2147483648"/>
            <ac:spMk id="4" creationId="{719FB695-3B7F-9BE0-2D09-E5C66297DD10}"/>
          </ac:spMkLst>
        </pc:spChg>
        <pc:spChg chg="mod">
          <ac:chgData name="Kaluba Chipulu" userId="f3ced1d2-13da-4312-8ea3-1169fdd8f7f3" providerId="ADAL" clId="{0F331AC0-884C-467F-AD4D-8B6CB4111C0A}" dt="2026-03-04T10:34:40.677" v="56" actId="20577"/>
          <ac:spMkLst>
            <pc:docMk/>
            <pc:sldMasterMk cId="1775388979" sldId="2147483648"/>
            <ac:spMk id="7" creationId="{00000000-0000-0000-0000-000000000000}"/>
          </ac:spMkLst>
        </pc:spChg>
        <pc:spChg chg="del">
          <ac:chgData name="Kaluba Chipulu" userId="f3ced1d2-13da-4312-8ea3-1169fdd8f7f3" providerId="ADAL" clId="{0F331AC0-884C-467F-AD4D-8B6CB4111C0A}" dt="2026-03-04T08:07:48.245" v="0" actId="33475"/>
          <ac:spMkLst>
            <pc:docMk/>
            <pc:sldMasterMk cId="1775388979" sldId="2147483648"/>
            <ac:spMk id="8" creationId="{6D8E1299-E251-B1F0-0D9D-E6846A2EEFB9}"/>
          </ac:spMkLst>
        </pc:spChg>
        <pc:sldLayoutChg chg="delSp mod">
          <pc:chgData name="Kaluba Chipulu" userId="f3ced1d2-13da-4312-8ea3-1169fdd8f7f3" providerId="ADAL" clId="{0F331AC0-884C-467F-AD4D-8B6CB4111C0A}" dt="2026-03-04T10:34:35.251" v="54" actId="478"/>
          <pc:sldLayoutMkLst>
            <pc:docMk/>
            <pc:sldMasterMk cId="1775388979" sldId="2147483648"/>
            <pc:sldLayoutMk cId="3067344415" sldId="2147483656"/>
          </pc:sldLayoutMkLst>
          <pc:spChg chg="del">
            <ac:chgData name="Kaluba Chipulu" userId="f3ced1d2-13da-4312-8ea3-1169fdd8f7f3" providerId="ADAL" clId="{0F331AC0-884C-467F-AD4D-8B6CB4111C0A}" dt="2026-03-04T10:34:35.251" v="54" actId="478"/>
            <ac:spMkLst>
              <pc:docMk/>
              <pc:sldMasterMk cId="1775388979" sldId="2147483648"/>
              <pc:sldLayoutMk cId="3067344415" sldId="2147483656"/>
              <ac:spMk id="18" creationId="{1D0EFD81-78CE-27E6-112E-320C1BDACEB1}"/>
            </ac:spMkLst>
          </pc:spChg>
          <pc:grpChg chg="del">
            <ac:chgData name="Kaluba Chipulu" userId="f3ced1d2-13da-4312-8ea3-1169fdd8f7f3" providerId="ADAL" clId="{0F331AC0-884C-467F-AD4D-8B6CB4111C0A}" dt="2026-03-04T10:34:33.100" v="53" actId="478"/>
            <ac:grpSpMkLst>
              <pc:docMk/>
              <pc:sldMasterMk cId="1775388979" sldId="2147483648"/>
              <pc:sldLayoutMk cId="3067344415" sldId="2147483656"/>
              <ac:grpSpMk id="4" creationId="{2182FE6C-30FC-2C50-F20E-A72716AC3CFE}"/>
            </ac:grpSpMkLst>
          </pc:grpChg>
        </pc:sldLayoutChg>
        <pc:sldLayoutChg chg="addSp delSp modSp mod">
          <pc:chgData name="Kaluba Chipulu" userId="f3ced1d2-13da-4312-8ea3-1169fdd8f7f3" providerId="ADAL" clId="{0F331AC0-884C-467F-AD4D-8B6CB4111C0A}" dt="2026-03-04T08:12:28.326" v="51"/>
          <pc:sldLayoutMkLst>
            <pc:docMk/>
            <pc:sldMasterMk cId="1775388979" sldId="2147483648"/>
            <pc:sldLayoutMk cId="3556423682" sldId="2147483660"/>
          </pc:sldLayoutMkLst>
          <pc:spChg chg="add mod modVis">
            <ac:chgData name="Kaluba Chipulu" userId="f3ced1d2-13da-4312-8ea3-1169fdd8f7f3" providerId="ADAL" clId="{0F331AC0-884C-467F-AD4D-8B6CB4111C0A}" dt="2026-03-04T08:12:28.326" v="51"/>
            <ac:spMkLst>
              <pc:docMk/>
              <pc:sldMasterMk cId="1775388979" sldId="2147483648"/>
              <pc:sldLayoutMk cId="3556423682" sldId="2147483660"/>
              <ac:spMk id="2" creationId="{B71FE9B2-D4B3-36CA-E231-34FE7E142278}"/>
            </ac:spMkLst>
          </pc:spChg>
          <pc:spChg chg="del">
            <ac:chgData name="Kaluba Chipulu" userId="f3ced1d2-13da-4312-8ea3-1169fdd8f7f3" providerId="ADAL" clId="{0F331AC0-884C-467F-AD4D-8B6CB4111C0A}" dt="2026-03-04T08:12:28.301" v="45"/>
            <ac:spMkLst>
              <pc:docMk/>
              <pc:sldMasterMk cId="1775388979" sldId="2147483648"/>
              <pc:sldLayoutMk cId="3556423682" sldId="2147483660"/>
              <ac:spMk id="5" creationId="{6BC6F859-D9A1-B7C8-0C8B-610A19274923}"/>
            </ac:spMkLst>
          </pc:spChg>
        </pc:sldLayoutChg>
      </pc:sldMasterChg>
      <pc:sldMasterChg chg="delSp mod">
        <pc:chgData name="Kaluba Chipulu" userId="f3ced1d2-13da-4312-8ea3-1169fdd8f7f3" providerId="ADAL" clId="{0F331AC0-884C-467F-AD4D-8B6CB4111C0A}" dt="2026-03-04T08:07:48.245" v="0" actId="33475"/>
        <pc:sldMasterMkLst>
          <pc:docMk/>
          <pc:sldMasterMk cId="1454398791" sldId="2147483662"/>
        </pc:sldMasterMkLst>
        <pc:spChg chg="del">
          <ac:chgData name="Kaluba Chipulu" userId="f3ced1d2-13da-4312-8ea3-1169fdd8f7f3" providerId="ADAL" clId="{0F331AC0-884C-467F-AD4D-8B6CB4111C0A}" dt="2026-03-04T08:07:48.245" v="0" actId="33475"/>
          <ac:spMkLst>
            <pc:docMk/>
            <pc:sldMasterMk cId="1454398791" sldId="2147483662"/>
            <ac:spMk id="5" creationId="{E55A6074-3BAA-4700-731A-2DB71220AEA9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583C87CB-4DB5-4F0C-88C6-DAE75873406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8350"/>
            <a:ext cx="55435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2"/>
            <a:ext cx="5679440" cy="46055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4CED1FC8-2C35-4D04-9452-DFA2FCDA28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866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5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4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image" Target="../media/image7.jpeg"/><Relationship Id="rId4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image" Target="../media/image7.jpe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amboo and grasses">
            <a:extLst>
              <a:ext uri="{FF2B5EF4-FFF2-40B4-BE49-F238E27FC236}">
                <a16:creationId xmlns:a16="http://schemas.microsoft.com/office/drawing/2014/main" id="{5F24DE32-BEBF-214C-3CC2-69F5DA7DB3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0" y="5301208"/>
            <a:ext cx="9905999" cy="131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12" name="Project 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273050" y="2246070"/>
            <a:ext cx="5832220" cy="5539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2800" b="0" kern="1200" baseline="0" dirty="0" smtClean="0">
                <a:solidFill>
                  <a:srgbClr val="54CBA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 noProof="0">
                <a:solidFill>
                  <a:schemeClr val="bg2"/>
                </a:solidFill>
              </a:rPr>
              <a:t>Title (max one line long)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73050" y="3450873"/>
            <a:ext cx="5832220" cy="482183"/>
          </a:xfrm>
        </p:spPr>
        <p:txBody>
          <a:bodyPr/>
          <a:lstStyle>
            <a:lvl1pPr>
              <a:spcBef>
                <a:spcPts val="400"/>
              </a:spcBef>
              <a:defRPr sz="1600" b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  <a:lvl2pPr>
              <a:spcBef>
                <a:spcPts val="400"/>
              </a:spcBef>
              <a:defRPr sz="1200">
                <a:solidFill>
                  <a:schemeClr val="accent6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en-GB" noProof="0"/>
              <a:t>Report Subtitle</a:t>
            </a:r>
          </a:p>
          <a:p>
            <a:pPr lvl="1"/>
            <a:r>
              <a:rPr lang="en-GB" noProof="0"/>
              <a:t>Date (MMMM YYYY)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1D284C-1A36-C287-C15B-303BE34A9F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242" y="332656"/>
            <a:ext cx="1583692" cy="84978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E60EC90-087A-4002-2495-469902E65119}"/>
              </a:ext>
            </a:extLst>
          </p:cNvPr>
          <p:cNvSpPr>
            <a:spLocks noChangeAspect="1"/>
          </p:cNvSpPr>
          <p:nvPr userDrawn="1"/>
        </p:nvSpPr>
        <p:spPr>
          <a:xfrm>
            <a:off x="6418617" y="6663968"/>
            <a:ext cx="3240360" cy="77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endParaRPr lang="en-ZA"/>
          </a:p>
        </p:txBody>
      </p:sp>
      <p:pic>
        <p:nvPicPr>
          <p:cNvPr id="11" name="Picture 5" descr="R:\Brand and guidelines\Textures\Textures 2013\Brochure\BROCHURE_MASTER_TEXTURE PPT.png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0"/>
          <a:stretch/>
        </p:blipFill>
        <p:spPr bwMode="auto">
          <a:xfrm>
            <a:off x="5536708" y="2215218"/>
            <a:ext cx="3815427" cy="4334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069B9F-E956-66F7-03AA-9D52229C5B4A}"/>
              </a:ext>
            </a:extLst>
          </p:cNvPr>
          <p:cNvSpPr/>
          <p:nvPr userDrawn="1"/>
        </p:nvSpPr>
        <p:spPr>
          <a:xfrm>
            <a:off x="6965560" y="6219895"/>
            <a:ext cx="2508104" cy="21648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Project Title Placeholder 1">
            <a:extLst>
              <a:ext uri="{FF2B5EF4-FFF2-40B4-BE49-F238E27FC236}">
                <a16:creationId xmlns:a16="http://schemas.microsoft.com/office/drawing/2014/main" id="{4E4625D5-BE94-728B-F3FA-A6B6C191CC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050" y="2832934"/>
            <a:ext cx="5832220" cy="5539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2000" b="0" kern="1200" baseline="0" dirty="0" smtClean="0">
                <a:solidFill>
                  <a:schemeClr val="accent3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 noProof="0">
                <a:solidFill>
                  <a:schemeClr val="bg2"/>
                </a:solidFill>
              </a:rPr>
              <a:t>Subtitle (max one line long)</a:t>
            </a:r>
          </a:p>
        </p:txBody>
      </p:sp>
    </p:spTree>
    <p:extLst>
      <p:ext uri="{BB962C8B-B14F-4D97-AF65-F5344CB8AC3E}">
        <p14:creationId xmlns:p14="http://schemas.microsoft.com/office/powerpoint/2010/main" val="306734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B71FE9B2-D4B3-36CA-E231-34FE7E14227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1DB87-4F30-BF8E-5E1A-A15C1C91994B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gradFill flip="none" rotWithShape="1">
            <a:gsLst>
              <a:gs pos="0">
                <a:srgbClr val="54CBA0">
                  <a:shade val="30000"/>
                  <a:satMod val="115000"/>
                </a:srgbClr>
              </a:gs>
              <a:gs pos="50000">
                <a:srgbClr val="54CBA0">
                  <a:shade val="67500"/>
                  <a:satMod val="115000"/>
                </a:srgbClr>
              </a:gs>
              <a:gs pos="100000">
                <a:srgbClr val="54CBA0">
                  <a:shade val="100000"/>
                  <a:satMod val="115000"/>
                </a:srgb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2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73052" y="589066"/>
            <a:ext cx="153496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baseline="0" dirty="0" smtClean="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GB" noProof="0"/>
              <a:t>Section #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818408" y="589066"/>
            <a:ext cx="7814541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>
              <a:buNone/>
              <a:defRPr lang="en-GB" sz="2400" b="0" kern="1200" baseline="0" dirty="0" smtClean="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</a:pPr>
            <a:r>
              <a:rPr lang="en-GB" noProof="0"/>
              <a:t>Section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24438" y="2133600"/>
            <a:ext cx="4249737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1400" b="0" baseline="0" dirty="0" smtClean="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1500"/>
              </a:lnSpc>
              <a:spcBef>
                <a:spcPts val="0"/>
              </a:spcBef>
            </a:pPr>
            <a:r>
              <a:rPr lang="en-GB" noProof="0"/>
              <a:t>Optional section comment to go here</a:t>
            </a:r>
          </a:p>
        </p:txBody>
      </p:sp>
      <p:pic>
        <p:nvPicPr>
          <p:cNvPr id="5" name="Picture 2" descr="Bamboo and grasse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0" y="5301208"/>
            <a:ext cx="9905999" cy="131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5" descr="R:\Brand and guidelines\Textures\Textures 2013\Brochure\BROCHURE_MASTER_TEXTURE PPT.png">
            <a:extLst>
              <a:ext uri="{FF2B5EF4-FFF2-40B4-BE49-F238E27FC236}">
                <a16:creationId xmlns:a16="http://schemas.microsoft.com/office/drawing/2014/main" id="{20FF6E52-E0B1-A56D-47C3-6B04F7AFBC4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0"/>
          <a:stretch/>
        </p:blipFill>
        <p:spPr bwMode="auto">
          <a:xfrm>
            <a:off x="13063" y="4508957"/>
            <a:ext cx="9920697" cy="1312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3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71463" y="1412875"/>
            <a:ext cx="9347200" cy="1036181"/>
          </a:xfrm>
        </p:spPr>
        <p:txBody>
          <a:bodyPr/>
          <a:lstStyle>
            <a:lvl1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12AB347-4E30-3DE1-0573-C62CDBDF0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82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A522E408-045F-1FFD-A7C4-BB2EEE5C9DA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1463" y="1412875"/>
            <a:ext cx="4610100" cy="1036181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023345" y="1412875"/>
            <a:ext cx="4610100" cy="1036181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0D51C6-1D2F-FDB6-3C19-D161488E6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52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1462" y="1412873"/>
            <a:ext cx="9362057" cy="1036181"/>
          </a:xfrm>
        </p:spPr>
        <p:txBody>
          <a:bodyPr numCol="2" spcCol="144000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19FD27-B8AF-4692-84EE-B1947E1E8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04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D72CBD8E-26F0-3570-B4F8-BAD3F082AEA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2C8A62-6E1B-1C17-70D1-443D2330D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98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3236077-CDB2-9225-6A96-133B4F0A213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AE39BE5-328B-7114-8816-1ECBB2B09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09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 1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71463" y="2606674"/>
            <a:ext cx="9347200" cy="184666"/>
          </a:xfrm>
          <a:noFill/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271463" y="3348036"/>
            <a:ext cx="9347200" cy="1036181"/>
          </a:xfrm>
          <a:noFill/>
        </p:spPr>
        <p:txBody>
          <a:bodyPr numCol="2" spcCol="144000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10" name="Rectangle 26"/>
          <p:cNvSpPr>
            <a:spLocks noChangeArrowheads="1"/>
          </p:cNvSpPr>
          <p:nvPr userDrawn="1"/>
        </p:nvSpPr>
        <p:spPr bwMode="gray">
          <a:xfrm>
            <a:off x="2141124" y="652808"/>
            <a:ext cx="748823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Private and Confidential</a:t>
            </a: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71391" y="1412875"/>
            <a:ext cx="1548000" cy="984885"/>
          </a:xfrm>
        </p:spPr>
        <p:txBody>
          <a:bodyPr/>
          <a:lstStyle>
            <a:lvl1pPr>
              <a:spcBef>
                <a:spcPts val="0"/>
              </a:spcBef>
              <a:defRPr sz="800" b="0" baseline="0">
                <a:solidFill>
                  <a:schemeClr val="accent6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  <a:lvl2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GB" noProof="0" err="1"/>
              <a:t>SiMKaPital</a:t>
            </a:r>
            <a:r>
              <a:rPr lang="en-GB" noProof="0"/>
              <a:t> Advisory</a:t>
            </a:r>
          </a:p>
          <a:p>
            <a:r>
              <a:rPr lang="en-GB" noProof="0"/>
              <a:t>[ADDRESS LINE 1]</a:t>
            </a:r>
          </a:p>
          <a:p>
            <a:r>
              <a:rPr lang="en-GB" noProof="0"/>
              <a:t>[ADDRESS LINE 2]</a:t>
            </a:r>
          </a:p>
          <a:p>
            <a:r>
              <a:rPr lang="en-GB" noProof="0"/>
              <a:t>[ADDRESS LINE 3]</a:t>
            </a:r>
          </a:p>
          <a:p>
            <a:endParaRPr lang="en-GB" noProof="0"/>
          </a:p>
          <a:p>
            <a:r>
              <a:rPr lang="en-GB" noProof="0"/>
              <a:t>T [+## (0)## #### ####]</a:t>
            </a:r>
          </a:p>
          <a:p>
            <a:r>
              <a:rPr lang="en-GB" noProof="0"/>
              <a:t>F [+## (0)## #### ####]</a:t>
            </a:r>
          </a:p>
          <a:p>
            <a:r>
              <a:rPr lang="en-GB" noProof="0"/>
              <a:t>www.simkap.co.za</a:t>
            </a:r>
          </a:p>
        </p:txBody>
      </p:sp>
      <p:sp>
        <p:nvSpPr>
          <p:cNvPr id="2" name="Text Box 83">
            <a:extLst>
              <a:ext uri="{FF2B5EF4-FFF2-40B4-BE49-F238E27FC236}">
                <a16:creationId xmlns:a16="http://schemas.microsoft.com/office/drawing/2014/main" id="{2D7189F8-70F0-C940-B460-197288C68D8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72402" y="6083856"/>
            <a:ext cx="4680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b="1" noProof="0">
                <a:solidFill>
                  <a:srgbClr val="4D4D4D"/>
                </a:solidFill>
                <a:latin typeface="Aptos" panose="020B0004020202020204" pitchFamily="34" charset="0"/>
              </a:rPr>
              <a:t>Chartered Accountants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Greenfields Proprietary Limited is a limited liability Company registered in the Republic of South Africa Registration No.: 2017/103454/07.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Registered office: 8 Culross Road, Bryanston, Johannesburg, 2191.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A list of Directors is available from our registered office.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335D0-109A-E609-2AF2-40A4C6B82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2B89-5386-1D49-81CE-84F7E43BE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865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 2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6"/>
          <p:cNvSpPr>
            <a:spLocks noChangeArrowheads="1"/>
          </p:cNvSpPr>
          <p:nvPr userDrawn="1"/>
        </p:nvSpPr>
        <p:spPr bwMode="gray">
          <a:xfrm>
            <a:off x="5024438" y="651168"/>
            <a:ext cx="460848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Private and Confidential</a:t>
            </a: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273050" y="1412875"/>
            <a:ext cx="9347199" cy="4392613"/>
          </a:xfrm>
          <a:noFill/>
        </p:spPr>
        <p:txBody>
          <a:bodyPr vert="horz" lIns="0" tIns="0" rIns="0" bIns="0" numCol="2" spcCol="144000" rtlCol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ext Box 83">
            <a:extLst>
              <a:ext uri="{FF2B5EF4-FFF2-40B4-BE49-F238E27FC236}">
                <a16:creationId xmlns:a16="http://schemas.microsoft.com/office/drawing/2014/main" id="{F0FF4F64-BF66-2E05-861D-5D46BF6A058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72402" y="6083856"/>
            <a:ext cx="4680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b="1" noProof="0">
                <a:solidFill>
                  <a:srgbClr val="4D4D4D"/>
                </a:solidFill>
                <a:latin typeface="Aptos" panose="020B0004020202020204" pitchFamily="34" charset="0"/>
              </a:rPr>
              <a:t>Chartered Accountants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Greenfields Proprietary Limited is a limited liability Company registered in the Republic of South Africa Registration No.: 2017/103454/07.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Registered office: 8 Culross Road, Bryanston, Johannesburg, 2191.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A list of Directors is available from our registered office.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861A5-1C54-3F6B-F6B5-0AF195627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ED2832-05AE-7D0F-42C6-41F5E83BD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547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A9D678D-7F17-E9A2-990F-6A8DAF573CF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6624397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C91D3-9638-2C46-F2A1-3A969F1D8F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72" y="4441251"/>
            <a:ext cx="2054149" cy="201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4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 not remove" hidden="1">
            <a:extLst>
              <a:ext uri="{FF2B5EF4-FFF2-40B4-BE49-F238E27FC236}">
                <a16:creationId xmlns:a16="http://schemas.microsoft.com/office/drawing/2014/main" id="{E027A1FE-3718-EA7F-5CDD-26E42F1D03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00311" y="1991729"/>
            <a:ext cx="4351938" cy="18876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5053149" y="1991729"/>
            <a:ext cx="4351938" cy="18876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11"/>
            <p:custDataLst>
              <p:tags r:id="rId5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>
            <a:spLocks noGrp="1"/>
          </p:cNvSpPr>
          <p:nvPr>
            <p:ph type="body" sz="quarter" idx="12" hasCustomPrompt="1"/>
            <p:custDataLst>
              <p:tags r:id="rId1"/>
            </p:custDataLst>
          </p:nvPr>
        </p:nvSpPr>
        <p:spPr>
          <a:xfrm>
            <a:off x="500311" y="1991729"/>
            <a:ext cx="8905550" cy="4049660"/>
          </a:xfrm>
        </p:spPr>
        <p:txBody>
          <a:bodyPr/>
          <a:lstStyle>
            <a:lvl1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  <a:lvl6pPr>
              <a:defRPr>
                <a:latin typeface="Aptos" panose="020B0004020202020204" pitchFamily="34" charset="0"/>
              </a:defRPr>
            </a:lvl6pPr>
            <a:lvl7pPr>
              <a:defRPr>
                <a:latin typeface="Aptos" panose="020B0004020202020204" pitchFamily="34" charset="0"/>
              </a:defRPr>
            </a:lvl7pPr>
            <a:lvl8pPr>
              <a:defRPr>
                <a:latin typeface="Aptos" panose="020B0004020202020204" pitchFamily="34" charset="0"/>
              </a:defRPr>
            </a:lvl8pPr>
            <a:lvl9pPr>
              <a:defRPr>
                <a:latin typeface="Aptos" panose="020B0004020202020204" pitchFamily="34" charset="0"/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039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orient="horz" pos="1077">
          <p15:clr>
            <a:srgbClr val="FBAE40"/>
          </p15:clr>
        </p15:guide>
        <p15:guide id="3" orient="horz" pos="41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00311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5053149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791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(no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00311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5053149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2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41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pictur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  <p:custDataLst>
              <p:tags r:id="rId2"/>
            </p:custDataLst>
          </p:nvPr>
        </p:nvSpPr>
        <p:spPr>
          <a:xfrm>
            <a:off x="500080" y="1991730"/>
            <a:ext cx="4352169" cy="404970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5053751" y="1991730"/>
            <a:ext cx="435216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56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tex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5053693" y="1991730"/>
            <a:ext cx="4352169" cy="404970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500312" y="1991730"/>
            <a:ext cx="435216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59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3535537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657076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11"/>
            <p:custDataLst>
              <p:tags r:id="rId5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077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 (no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3535537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657076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501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419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20" hasCustomPrompt="1"/>
            <p:custDataLst>
              <p:tags r:id="rId3"/>
            </p:custDataLst>
          </p:nvPr>
        </p:nvSpPr>
        <p:spPr>
          <a:xfrm>
            <a:off x="500080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21" hasCustomPrompt="1"/>
            <p:custDataLst>
              <p:tags r:id="rId4"/>
            </p:custDataLst>
          </p:nvPr>
        </p:nvSpPr>
        <p:spPr>
          <a:xfrm>
            <a:off x="2775685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quarter" idx="22" hasCustomPrompt="1"/>
            <p:custDataLst>
              <p:tags r:id="rId5"/>
            </p:custDataLst>
          </p:nvPr>
        </p:nvSpPr>
        <p:spPr>
          <a:xfrm>
            <a:off x="5051289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quarter" idx="23" hasCustomPrompt="1"/>
            <p:custDataLst>
              <p:tags r:id="rId6"/>
            </p:custDataLst>
          </p:nvPr>
        </p:nvSpPr>
        <p:spPr>
          <a:xfrm>
            <a:off x="7326893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000258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  <p15:guide id="6" pos="1752">
          <p15:clr>
            <a:srgbClr val="FBAE40"/>
          </p15:clr>
        </p15:guide>
        <p15:guide id="7" pos="1887">
          <p15:clr>
            <a:srgbClr val="FBAE40"/>
          </p15:clr>
        </p15:guide>
        <p15:guide id="8" pos="4983">
          <p15:clr>
            <a:srgbClr val="FBAE40"/>
          </p15:clr>
        </p15:guide>
        <p15:guide id="9" pos="484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Slide Number Placeholder 7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Content Placeholder 2"/>
          <p:cNvSpPr>
            <a:spLocks noGrp="1"/>
          </p:cNvSpPr>
          <p:nvPr>
            <p:ph sz="quarter" idx="24" hasCustomPrompt="1"/>
            <p:custDataLst>
              <p:tags r:id="rId3"/>
            </p:custDataLst>
          </p:nvPr>
        </p:nvSpPr>
        <p:spPr>
          <a:xfrm>
            <a:off x="6570762" y="1984666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quarter" idx="25" hasCustomPrompt="1"/>
            <p:custDataLst>
              <p:tags r:id="rId4"/>
            </p:custDataLst>
          </p:nvPr>
        </p:nvSpPr>
        <p:spPr>
          <a:xfrm>
            <a:off x="3536623" y="1984666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quarter" idx="26" hasCustomPrompt="1"/>
            <p:custDataLst>
              <p:tags r:id="rId5"/>
            </p:custDataLst>
          </p:nvPr>
        </p:nvSpPr>
        <p:spPr>
          <a:xfrm>
            <a:off x="502484" y="1984666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quarter" idx="27" hasCustomPrompt="1"/>
            <p:custDataLst>
              <p:tags r:id="rId6"/>
            </p:custDataLst>
          </p:nvPr>
        </p:nvSpPr>
        <p:spPr>
          <a:xfrm>
            <a:off x="6570762" y="4106713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quarter" idx="28" hasCustomPrompt="1"/>
            <p:custDataLst>
              <p:tags r:id="rId7"/>
            </p:custDataLst>
          </p:nvPr>
        </p:nvSpPr>
        <p:spPr>
          <a:xfrm>
            <a:off x="3536623" y="4106713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quarter" idx="29" hasCustomPrompt="1"/>
            <p:custDataLst>
              <p:tags r:id="rId8"/>
            </p:custDataLst>
          </p:nvPr>
        </p:nvSpPr>
        <p:spPr>
          <a:xfrm>
            <a:off x="502484" y="4106713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27660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3534332" y="1991729"/>
            <a:ext cx="587152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188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98610" y="1991729"/>
            <a:ext cx="587152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657076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93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 not remove" hidden="1">
            <a:extLst>
              <a:ext uri="{FF2B5EF4-FFF2-40B4-BE49-F238E27FC236}">
                <a16:creationId xmlns:a16="http://schemas.microsoft.com/office/drawing/2014/main" id="{FDEC5E56-DC82-562B-E61C-C05A0348085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500311" y="3069836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5053149" y="3069835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11"/>
            <p:custDataLst>
              <p:tags r:id="rId6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079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  <p15:guide id="7" orient="horz" pos="10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wo columns (no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3069836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5053149" y="3069835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851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Content Placeholder 2"/>
          <p:cNvSpPr>
            <a:spLocks noGrp="1"/>
          </p:cNvSpPr>
          <p:nvPr>
            <p:ph sz="quarter" idx="24" hasCustomPrompt="1"/>
            <p:custDataLst>
              <p:tags r:id="rId4"/>
            </p:custDataLst>
          </p:nvPr>
        </p:nvSpPr>
        <p:spPr>
          <a:xfrm>
            <a:off x="6570762" y="3069904"/>
            <a:ext cx="2832934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quarter" idx="25" hasCustomPrompt="1"/>
            <p:custDataLst>
              <p:tags r:id="rId5"/>
            </p:custDataLst>
          </p:nvPr>
        </p:nvSpPr>
        <p:spPr>
          <a:xfrm>
            <a:off x="3536623" y="3069904"/>
            <a:ext cx="2832934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quarter" idx="26" hasCustomPrompt="1"/>
            <p:custDataLst>
              <p:tags r:id="rId6"/>
            </p:custDataLst>
          </p:nvPr>
        </p:nvSpPr>
        <p:spPr>
          <a:xfrm>
            <a:off x="502484" y="3069904"/>
            <a:ext cx="2832934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134935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Content Placeholder 2"/>
          <p:cNvSpPr>
            <a:spLocks noGrp="1"/>
          </p:cNvSpPr>
          <p:nvPr>
            <p:ph sz="quarter" idx="21" hasCustomPrompt="1"/>
            <p:custDataLst>
              <p:tags r:id="rId4"/>
            </p:custDataLst>
          </p:nvPr>
        </p:nvSpPr>
        <p:spPr>
          <a:xfrm>
            <a:off x="500080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quarter" idx="22" hasCustomPrompt="1"/>
            <p:custDataLst>
              <p:tags r:id="rId5"/>
            </p:custDataLst>
          </p:nvPr>
        </p:nvSpPr>
        <p:spPr>
          <a:xfrm>
            <a:off x="2775685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quarter" idx="23" hasCustomPrompt="1"/>
            <p:custDataLst>
              <p:tags r:id="rId6"/>
            </p:custDataLst>
          </p:nvPr>
        </p:nvSpPr>
        <p:spPr>
          <a:xfrm>
            <a:off x="5051289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quarter" idx="24" hasCustomPrompt="1"/>
            <p:custDataLst>
              <p:tags r:id="rId7"/>
            </p:custDataLst>
          </p:nvPr>
        </p:nvSpPr>
        <p:spPr>
          <a:xfrm>
            <a:off x="7326893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26519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  <p15:guide id="8" pos="1752">
          <p15:clr>
            <a:srgbClr val="FBAE40"/>
          </p15:clr>
        </p15:guide>
        <p15:guide id="9" pos="1887">
          <p15:clr>
            <a:srgbClr val="FBAE40"/>
          </p15:clr>
        </p15:guide>
        <p15:guide id="10" pos="4847">
          <p15:clr>
            <a:srgbClr val="FBAE40"/>
          </p15:clr>
        </p15:guide>
        <p15:guide id="11" pos="498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four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500311" y="3069835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5053149" y="3069834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500311" y="4604459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5053149" y="4604459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0" name="Slide Number Placeholder 7"/>
          <p:cNvSpPr>
            <a:spLocks noGrp="1"/>
          </p:cNvSpPr>
          <p:nvPr>
            <p:ph type="sldNum" sz="quarter" idx="11"/>
            <p:custDataLst>
              <p:tags r:id="rId7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757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  <p15:guide id="7" orient="horz" pos="10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  <p:custDataLst>
              <p:tags r:id="rId1"/>
            </p:custDataLst>
          </p:nvPr>
        </p:nvSpPr>
        <p:spPr>
          <a:xfrm>
            <a:off x="498610" y="489652"/>
            <a:ext cx="8905550" cy="584557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‘Insert Image’ from the Brandmaker ribbon</a:t>
            </a:r>
          </a:p>
        </p:txBody>
      </p:sp>
    </p:spTree>
    <p:extLst>
      <p:ext uri="{BB962C8B-B14F-4D97-AF65-F5344CB8AC3E}">
        <p14:creationId xmlns:p14="http://schemas.microsoft.com/office/powerpoint/2010/main" val="1684685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Vs +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20" hasCustomPrompt="1"/>
            <p:custDataLst>
              <p:tags r:id="rId1"/>
            </p:custDataLst>
          </p:nvPr>
        </p:nvSpPr>
        <p:spPr>
          <a:xfrm>
            <a:off x="500311" y="1991730"/>
            <a:ext cx="2835100" cy="40500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3536185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9" name="Picture Placeholder 17"/>
          <p:cNvSpPr>
            <a:spLocks noGrp="1"/>
          </p:cNvSpPr>
          <p:nvPr>
            <p:ph type="pic" sz="quarter" idx="24" hasCustomPrompt="1"/>
            <p:custDataLst>
              <p:tags r:id="rId3"/>
            </p:custDataLst>
          </p:nvPr>
        </p:nvSpPr>
        <p:spPr>
          <a:xfrm>
            <a:off x="3536185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25" hasCustomPrompt="1"/>
            <p:custDataLst>
              <p:tags r:id="rId4"/>
            </p:custDataLst>
          </p:nvPr>
        </p:nvSpPr>
        <p:spPr>
          <a:xfrm>
            <a:off x="6570171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00312" y="489878"/>
            <a:ext cx="8905550" cy="10614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B427F1A-C7C2-4DC7-91CF-B7E3B3CF4EAA}"/>
              </a:ext>
            </a:extLst>
          </p:cNvPr>
          <p:cNvSpPr>
            <a:spLocks noGrp="1"/>
          </p:cNvSpPr>
          <p:nvPr>
            <p:ph type="body" sz="quarter" idx="27" hasCustomPrompt="1"/>
            <p:custDataLst>
              <p:tags r:id="rId6"/>
            </p:custDataLst>
          </p:nvPr>
        </p:nvSpPr>
        <p:spPr>
          <a:xfrm>
            <a:off x="6570761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11"/>
            <p:custDataLst>
              <p:tags r:id="rId7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28" hasCustomPrompt="1"/>
            <p:custDataLst>
              <p:tags r:id="rId8"/>
            </p:custDataLst>
          </p:nvPr>
        </p:nvSpPr>
        <p:spPr>
          <a:xfrm>
            <a:off x="463746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29" hasCustomPrompt="1"/>
            <p:custDataLst>
              <p:tags r:id="rId9"/>
            </p:custDataLst>
          </p:nvPr>
        </p:nvSpPr>
        <p:spPr>
          <a:xfrm>
            <a:off x="7679902" y="1991729"/>
            <a:ext cx="1725959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57437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  <p15:guide id="11" pos="3152">
          <p15:clr>
            <a:srgbClr val="FBAE40"/>
          </p15:clr>
        </p15:guide>
        <p15:guide id="12" pos="521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3" hasCustomPrompt="1"/>
            <p:custDataLst>
              <p:tags r:id="rId1"/>
            </p:custDataLst>
          </p:nvPr>
        </p:nvSpPr>
        <p:spPr>
          <a:xfrm>
            <a:off x="500080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9" name="Picture Placeholder 17"/>
          <p:cNvSpPr>
            <a:spLocks noGrp="1"/>
          </p:cNvSpPr>
          <p:nvPr>
            <p:ph type="pic" sz="quarter" idx="24" hasCustomPrompt="1"/>
            <p:custDataLst>
              <p:tags r:id="rId2"/>
            </p:custDataLst>
          </p:nvPr>
        </p:nvSpPr>
        <p:spPr>
          <a:xfrm>
            <a:off x="3536185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25" hasCustomPrompt="1"/>
            <p:custDataLst>
              <p:tags r:id="rId3"/>
            </p:custDataLst>
          </p:nvPr>
        </p:nvSpPr>
        <p:spPr>
          <a:xfrm>
            <a:off x="6570171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1ED589F-A6DD-41F4-AA20-A814181D5B1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3536185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4619AE2-120F-46E4-9069-84F2682FFD08}"/>
              </a:ext>
            </a:extLst>
          </p:cNvPr>
          <p:cNvSpPr>
            <a:spLocks noGrp="1"/>
          </p:cNvSpPr>
          <p:nvPr>
            <p:ph type="body" sz="quarter" idx="27" hasCustomPrompt="1"/>
            <p:custDataLst>
              <p:tags r:id="rId6"/>
            </p:custDataLst>
          </p:nvPr>
        </p:nvSpPr>
        <p:spPr>
          <a:xfrm>
            <a:off x="6570761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CD77C26-76DF-4951-BC00-7A72EA9929C0}"/>
              </a:ext>
            </a:extLst>
          </p:cNvPr>
          <p:cNvSpPr>
            <a:spLocks noGrp="1"/>
          </p:cNvSpPr>
          <p:nvPr>
            <p:ph type="body" sz="quarter" idx="29" hasCustomPrompt="1"/>
            <p:custDataLst>
              <p:tags r:id="rId7"/>
            </p:custDataLst>
          </p:nvPr>
        </p:nvSpPr>
        <p:spPr>
          <a:xfrm>
            <a:off x="500311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11"/>
            <p:custDataLst>
              <p:tags r:id="rId8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28" hasCustomPrompt="1"/>
            <p:custDataLst>
              <p:tags r:id="rId9"/>
            </p:custDataLst>
          </p:nvPr>
        </p:nvSpPr>
        <p:spPr>
          <a:xfrm>
            <a:off x="463746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30" hasCustomPrompt="1"/>
            <p:custDataLst>
              <p:tags r:id="rId10"/>
            </p:custDataLst>
          </p:nvPr>
        </p:nvSpPr>
        <p:spPr>
          <a:xfrm>
            <a:off x="7679902" y="1991729"/>
            <a:ext cx="1725959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1" hasCustomPrompt="1"/>
            <p:custDataLst>
              <p:tags r:id="rId11"/>
            </p:custDataLst>
          </p:nvPr>
        </p:nvSpPr>
        <p:spPr>
          <a:xfrm>
            <a:off x="159347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43521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  <p15:guide id="10" pos="1087">
          <p15:clr>
            <a:srgbClr val="FBAE40"/>
          </p15:clr>
        </p15:guide>
        <p15:guide id="11" pos="3152">
          <p15:clr>
            <a:srgbClr val="FBAE40"/>
          </p15:clr>
        </p15:guide>
        <p15:guide id="12" pos="521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3" hasCustomPrompt="1"/>
            <p:custDataLst>
              <p:tags r:id="rId1"/>
            </p:custDataLst>
          </p:nvPr>
        </p:nvSpPr>
        <p:spPr>
          <a:xfrm>
            <a:off x="500080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9" name="Picture Placeholder 17"/>
          <p:cNvSpPr>
            <a:spLocks noGrp="1"/>
          </p:cNvSpPr>
          <p:nvPr>
            <p:ph type="pic" sz="quarter" idx="24" hasCustomPrompt="1"/>
            <p:custDataLst>
              <p:tags r:id="rId2"/>
            </p:custDataLst>
          </p:nvPr>
        </p:nvSpPr>
        <p:spPr>
          <a:xfrm>
            <a:off x="3536185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 baseline="0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25" hasCustomPrompt="1"/>
            <p:custDataLst>
              <p:tags r:id="rId3"/>
            </p:custDataLst>
          </p:nvPr>
        </p:nvSpPr>
        <p:spPr>
          <a:xfrm>
            <a:off x="6570171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4" name="Picture Placeholder 17"/>
          <p:cNvSpPr>
            <a:spLocks noGrp="1"/>
          </p:cNvSpPr>
          <p:nvPr>
            <p:ph type="pic" sz="quarter" idx="29" hasCustomPrompt="1"/>
            <p:custDataLst>
              <p:tags r:id="rId4"/>
            </p:custDataLst>
          </p:nvPr>
        </p:nvSpPr>
        <p:spPr>
          <a:xfrm>
            <a:off x="500080" y="4065547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5" name="Picture Placeholder 17"/>
          <p:cNvSpPr>
            <a:spLocks noGrp="1"/>
          </p:cNvSpPr>
          <p:nvPr>
            <p:ph type="pic" sz="quarter" idx="30" hasCustomPrompt="1"/>
            <p:custDataLst>
              <p:tags r:id="rId5"/>
            </p:custDataLst>
          </p:nvPr>
        </p:nvSpPr>
        <p:spPr>
          <a:xfrm>
            <a:off x="3536185" y="4065547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6" name="Picture Placeholder 17"/>
          <p:cNvSpPr>
            <a:spLocks noGrp="1"/>
          </p:cNvSpPr>
          <p:nvPr>
            <p:ph type="pic" sz="quarter" idx="31" hasCustomPrompt="1"/>
            <p:custDataLst>
              <p:tags r:id="rId6"/>
            </p:custDataLst>
          </p:nvPr>
        </p:nvSpPr>
        <p:spPr>
          <a:xfrm>
            <a:off x="6570171" y="4065547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" name="Slide Number Placeholder 7"/>
          <p:cNvSpPr>
            <a:spLocks noGrp="1"/>
          </p:cNvSpPr>
          <p:nvPr>
            <p:ph type="sldNum" sz="quarter" idx="11"/>
            <p:custDataLst>
              <p:tags r:id="rId8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8" hasCustomPrompt="1"/>
            <p:custDataLst>
              <p:tags r:id="rId9"/>
            </p:custDataLst>
          </p:nvPr>
        </p:nvSpPr>
        <p:spPr>
          <a:xfrm>
            <a:off x="463746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37" hasCustomPrompt="1"/>
            <p:custDataLst>
              <p:tags r:id="rId10"/>
            </p:custDataLst>
          </p:nvPr>
        </p:nvSpPr>
        <p:spPr>
          <a:xfrm>
            <a:off x="7679902" y="1991729"/>
            <a:ext cx="1725959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38" hasCustomPrompt="1"/>
            <p:custDataLst>
              <p:tags r:id="rId11"/>
            </p:custDataLst>
          </p:nvPr>
        </p:nvSpPr>
        <p:spPr>
          <a:xfrm>
            <a:off x="159347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39" hasCustomPrompt="1"/>
            <p:custDataLst>
              <p:tags r:id="rId12"/>
            </p:custDataLst>
          </p:nvPr>
        </p:nvSpPr>
        <p:spPr>
          <a:xfrm>
            <a:off x="1593471" y="4065547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40" hasCustomPrompt="1"/>
            <p:custDataLst>
              <p:tags r:id="rId13"/>
            </p:custDataLst>
          </p:nvPr>
        </p:nvSpPr>
        <p:spPr>
          <a:xfrm>
            <a:off x="4637461" y="4065547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41" hasCustomPrompt="1"/>
            <p:custDataLst>
              <p:tags r:id="rId14"/>
            </p:custDataLst>
          </p:nvPr>
        </p:nvSpPr>
        <p:spPr>
          <a:xfrm>
            <a:off x="7671600" y="4065547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662823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  <p15:guide id="10" pos="1087">
          <p15:clr>
            <a:srgbClr val="FBAE40"/>
          </p15:clr>
        </p15:guide>
        <p15:guide id="11" pos="3152">
          <p15:clr>
            <a:srgbClr val="FBAE40"/>
          </p15:clr>
        </p15:guide>
        <p15:guide id="12" pos="52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235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7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0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052454" y="1991730"/>
            <a:ext cx="4353407" cy="4049705"/>
          </a:xfrm>
        </p:spPr>
        <p:txBody>
          <a:bodyPr/>
          <a:lstStyle>
            <a:lvl1pPr marL="0" indent="0">
              <a:spcAft>
                <a:spcPts val="544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1">
                <a:solidFill>
                  <a:schemeClr val="tx1"/>
                </a:solidFill>
              </a:defRPr>
            </a:lvl1pPr>
            <a:lvl2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2pPr>
            <a:lvl3pPr marL="163296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272"/>
              </a:spcAft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272"/>
              </a:spcAft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  <a:p>
            <a:pPr lvl="0"/>
            <a:endParaRPr lang="en-GB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5052454" y="1049975"/>
            <a:ext cx="4352712" cy="452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3266" b="1" i="0" kern="1200">
                <a:solidFill>
                  <a:srgbClr val="22A06C"/>
                </a:solidFill>
                <a:effectLst/>
                <a:latin typeface="+mj-lt"/>
                <a:ea typeface="+mn-ea"/>
                <a:cs typeface="+mn-cs"/>
              </a:rPr>
              <a:t>Contents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89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1A3F162-4001-4277-AEF3-DCB4A0F1138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7571385" y="1339000"/>
            <a:ext cx="1834477" cy="1142381"/>
          </a:xfrm>
        </p:spPr>
        <p:txBody>
          <a:bodyPr/>
          <a:lstStyle>
            <a:lvl1pPr marL="0" indent="0">
              <a:spcAft>
                <a:spcPts val="272"/>
              </a:spcAft>
              <a:buFont typeface="Arial" panose="020B0604020202020204" pitchFamily="34" charset="0"/>
              <a:buNone/>
              <a:defRPr sz="726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2pPr>
            <a:lvl3pPr marL="0" indent="0">
              <a:spcBef>
                <a:spcPts val="272"/>
              </a:spcBef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None/>
              <a:defRPr sz="72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None/>
              <a:defRPr sz="72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98610" y="2939269"/>
            <a:ext cx="6870948" cy="310216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0">
                <a:solidFill>
                  <a:srgbClr val="22A06C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98610" y="1516489"/>
            <a:ext cx="3001871" cy="979756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1D512-2214-98FC-1B0F-92ED6FFD7D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59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47">
          <p15:clr>
            <a:srgbClr val="FBAE40"/>
          </p15:clr>
        </p15:guide>
        <p15:guide id="2" pos="5012">
          <p15:clr>
            <a:srgbClr val="FBAE40"/>
          </p15:clr>
        </p15:guide>
        <p15:guide id="3" orient="horz" pos="2041">
          <p15:clr>
            <a:srgbClr val="FBAE40"/>
          </p15:clr>
        </p15:guide>
        <p15:guide id="4" orient="horz" pos="1043">
          <p15:clr>
            <a:srgbClr val="FBAE40"/>
          </p15:clr>
        </p15:guide>
        <p15:guide id="5" orient="horz" pos="4195">
          <p15:clr>
            <a:srgbClr val="FBAE40"/>
          </p15:clr>
        </p15:guide>
        <p15:guide id="6" orient="horz" pos="1723">
          <p15:clr>
            <a:srgbClr val="FBAE40"/>
          </p15:clr>
        </p15:guide>
        <p15:guide id="7" orient="horz" pos="4626">
          <p15:clr>
            <a:srgbClr val="FBAE40"/>
          </p15:clr>
        </p15:guide>
        <p15:guide id="8" orient="horz" pos="93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20" hasCustomPrompt="1"/>
            <p:custDataLst>
              <p:tags r:id="rId1"/>
            </p:custDataLst>
          </p:nvPr>
        </p:nvSpPr>
        <p:spPr>
          <a:xfrm>
            <a:off x="2775063" y="1991730"/>
            <a:ext cx="663079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2" name="Picture Placeholder 17"/>
          <p:cNvSpPr>
            <a:spLocks noGrp="1"/>
          </p:cNvSpPr>
          <p:nvPr>
            <p:ph type="pic" sz="quarter" idx="23" hasCustomPrompt="1"/>
            <p:custDataLst>
              <p:tags r:id="rId2"/>
            </p:custDataLst>
          </p:nvPr>
        </p:nvSpPr>
        <p:spPr>
          <a:xfrm>
            <a:off x="500080" y="1991729"/>
            <a:ext cx="1200748" cy="1175708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907" baseline="0"/>
            </a:lvl1pPr>
          </a:lstStyle>
          <a:p>
            <a:r>
              <a:rPr lang="en-GB"/>
              <a:t>Click ‘Insert Image’ from the Brandmaker ribbon</a:t>
            </a:r>
          </a:p>
        </p:txBody>
      </p:sp>
      <p:grpSp>
        <p:nvGrpSpPr>
          <p:cNvPr id="13" name="Group 12"/>
          <p:cNvGrpSpPr/>
          <p:nvPr>
            <p:custDataLst>
              <p:tags r:id="rId3"/>
            </p:custDataLst>
          </p:nvPr>
        </p:nvGrpSpPr>
        <p:grpSpPr>
          <a:xfrm>
            <a:off x="500312" y="408232"/>
            <a:ext cx="8905550" cy="1143049"/>
            <a:chOff x="540000" y="450000"/>
            <a:chExt cx="9612000" cy="1260000"/>
          </a:xfrm>
        </p:grpSpPr>
        <p:cxnSp>
          <p:nvCxnSpPr>
            <p:cNvPr id="17" name="Straight Connector 16"/>
            <p:cNvCxnSpPr>
              <a:cxnSpLocks/>
            </p:cNvCxnSpPr>
            <p:nvPr/>
          </p:nvCxnSpPr>
          <p:spPr>
            <a:xfrm>
              <a:off x="540000" y="450000"/>
              <a:ext cx="9612000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cxnSpLocks/>
            </p:cNvCxnSpPr>
            <p:nvPr/>
          </p:nvCxnSpPr>
          <p:spPr>
            <a:xfrm>
              <a:off x="540000" y="1710000"/>
              <a:ext cx="9612000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F3CE08-BAC9-4448-A273-EE9F37B6944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11"/>
            <p:custDataLst>
              <p:tags r:id="rId5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38" hasCustomPrompt="1"/>
            <p:custDataLst>
              <p:tags r:id="rId6"/>
            </p:custDataLst>
          </p:nvPr>
        </p:nvSpPr>
        <p:spPr>
          <a:xfrm>
            <a:off x="500311" y="4049704"/>
            <a:ext cx="2072924" cy="199173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44841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  <p15:guide id="8" pos="1752">
          <p15:clr>
            <a:srgbClr val="FBAE40"/>
          </p15:clr>
        </p15:guide>
        <p15:guide id="9" pos="188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8"/>
          <p:cNvSpPr>
            <a:spLocks noGrp="1"/>
          </p:cNvSpPr>
          <p:nvPr>
            <p:ph type="pic" sz="quarter" idx="10" hasCustomPrompt="1"/>
            <p:custDataLst>
              <p:tags r:id="rId1"/>
            </p:custDataLst>
          </p:nvPr>
        </p:nvSpPr>
        <p:spPr>
          <a:xfrm>
            <a:off x="2463631" y="1274516"/>
            <a:ext cx="7442369" cy="5583486"/>
          </a:xfrm>
          <a:custGeom>
            <a:avLst/>
            <a:gdLst>
              <a:gd name="connsiteX0" fmla="*/ 6595373 w 6818312"/>
              <a:gd name="connsiteY0" fmla="*/ 0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4" fmla="*/ 6533645 w 6818312"/>
              <a:gd name="connsiteY4" fmla="*/ 1980 h 4515637"/>
              <a:gd name="connsiteX0" fmla="*/ 6595373 w 6818312"/>
              <a:gd name="connsiteY0" fmla="*/ 0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4" fmla="*/ 6533645 w 6818312"/>
              <a:gd name="connsiteY4" fmla="*/ 1980 h 4515637"/>
              <a:gd name="connsiteX5" fmla="*/ 6595373 w 6818312"/>
              <a:gd name="connsiteY5" fmla="*/ 0 h 4515637"/>
              <a:gd name="connsiteX0" fmla="*/ 6533645 w 6818312"/>
              <a:gd name="connsiteY0" fmla="*/ 1980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4" fmla="*/ 6533645 w 6818312"/>
              <a:gd name="connsiteY4" fmla="*/ 1980 h 4515637"/>
              <a:gd name="connsiteX0" fmla="*/ 0 w 6818312"/>
              <a:gd name="connsiteY0" fmla="*/ 4515637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0" fmla="*/ 0 w 6818312"/>
              <a:gd name="connsiteY0" fmla="*/ 4516589 h 4516589"/>
              <a:gd name="connsiteX1" fmla="*/ 6818312 w 6818312"/>
              <a:gd name="connsiteY1" fmla="*/ 952 h 4516589"/>
              <a:gd name="connsiteX2" fmla="*/ 6818312 w 6818312"/>
              <a:gd name="connsiteY2" fmla="*/ 4516589 h 4516589"/>
              <a:gd name="connsiteX3" fmla="*/ 0 w 6818312"/>
              <a:gd name="connsiteY3" fmla="*/ 4516589 h 4516589"/>
              <a:gd name="connsiteX0" fmla="*/ 0 w 6818312"/>
              <a:gd name="connsiteY0" fmla="*/ 4516974 h 4516974"/>
              <a:gd name="connsiteX1" fmla="*/ 6818312 w 6818312"/>
              <a:gd name="connsiteY1" fmla="*/ 1337 h 4516974"/>
              <a:gd name="connsiteX2" fmla="*/ 6818312 w 6818312"/>
              <a:gd name="connsiteY2" fmla="*/ 4516974 h 4516974"/>
              <a:gd name="connsiteX3" fmla="*/ 0 w 6818312"/>
              <a:gd name="connsiteY3" fmla="*/ 4516974 h 4516974"/>
              <a:gd name="connsiteX0" fmla="*/ 0 w 6818312"/>
              <a:gd name="connsiteY0" fmla="*/ 4516813 h 4516813"/>
              <a:gd name="connsiteX1" fmla="*/ 6818312 w 6818312"/>
              <a:gd name="connsiteY1" fmla="*/ 1176 h 4516813"/>
              <a:gd name="connsiteX2" fmla="*/ 6818312 w 6818312"/>
              <a:gd name="connsiteY2" fmla="*/ 4516813 h 4516813"/>
              <a:gd name="connsiteX3" fmla="*/ 0 w 6818312"/>
              <a:gd name="connsiteY3" fmla="*/ 4516813 h 4516813"/>
              <a:gd name="connsiteX0" fmla="*/ 0 w 6818312"/>
              <a:gd name="connsiteY0" fmla="*/ 4515637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0" fmla="*/ 0 w 6818312"/>
              <a:gd name="connsiteY0" fmla="*/ 4515652 h 4515652"/>
              <a:gd name="connsiteX1" fmla="*/ 6818312 w 6818312"/>
              <a:gd name="connsiteY1" fmla="*/ 15 h 4515652"/>
              <a:gd name="connsiteX2" fmla="*/ 6818312 w 6818312"/>
              <a:gd name="connsiteY2" fmla="*/ 4515652 h 4515652"/>
              <a:gd name="connsiteX3" fmla="*/ 0 w 6818312"/>
              <a:gd name="connsiteY3" fmla="*/ 4515652 h 4515652"/>
              <a:gd name="connsiteX0" fmla="*/ 0 w 6818312"/>
              <a:gd name="connsiteY0" fmla="*/ 4515652 h 4515652"/>
              <a:gd name="connsiteX1" fmla="*/ 6818312 w 6818312"/>
              <a:gd name="connsiteY1" fmla="*/ 15 h 4515652"/>
              <a:gd name="connsiteX2" fmla="*/ 6818312 w 6818312"/>
              <a:gd name="connsiteY2" fmla="*/ 4515652 h 4515652"/>
              <a:gd name="connsiteX3" fmla="*/ 0 w 6818312"/>
              <a:gd name="connsiteY3" fmla="*/ 4515652 h 451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8312" h="4515652">
                <a:moveTo>
                  <a:pt x="0" y="4515652"/>
                </a:moveTo>
                <a:cubicBezTo>
                  <a:pt x="361003" y="3076563"/>
                  <a:pt x="2342654" y="-7784"/>
                  <a:pt x="6818312" y="15"/>
                </a:cubicBezTo>
                <a:lnTo>
                  <a:pt x="6818312" y="4515652"/>
                </a:lnTo>
                <a:lnTo>
                  <a:pt x="0" y="4515652"/>
                </a:lnTo>
                <a:close/>
              </a:path>
            </a:pathLst>
          </a:custGeom>
          <a:noFill/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en-US"/>
              <a:t>Click ‘Insert Image’ from the ribbon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498610" y="1991729"/>
            <a:ext cx="5870325" cy="1632927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265" b="1">
                <a:solidFill>
                  <a:srgbClr val="22A06C"/>
                </a:solidFill>
              </a:defRPr>
            </a:lvl1pPr>
            <a:lvl2pPr marL="0" indent="0">
              <a:spcBef>
                <a:spcPts val="4354"/>
              </a:spcBef>
              <a:spcAft>
                <a:spcPts val="0"/>
              </a:spcAft>
              <a:buFont typeface="Arial" panose="020B0604020202020204" pitchFamily="34" charset="0"/>
              <a:buNone/>
              <a:defRPr sz="1633" b="0">
                <a:solidFill>
                  <a:schemeClr val="tx1"/>
                </a:solidFill>
              </a:defRPr>
            </a:lvl2pPr>
            <a:lvl3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rgbClr val="A82B64"/>
                </a:solidFill>
              </a:defRPr>
            </a:lvl3pPr>
            <a:lvl4pPr marL="0" indent="0">
              <a:spcBef>
                <a:spcPts val="1633"/>
              </a:spcBef>
              <a:spcAft>
                <a:spcPts val="0"/>
              </a:spcAft>
              <a:buNone/>
              <a:defRPr sz="816" b="1">
                <a:solidFill>
                  <a:schemeClr val="accent3"/>
                </a:solidFill>
              </a:defRPr>
            </a:lvl4pPr>
            <a:lvl5pPr marL="0" indent="0">
              <a:spcBef>
                <a:spcPts val="1633"/>
              </a:spcBef>
              <a:spcAft>
                <a:spcPts val="0"/>
              </a:spcAft>
              <a:buNone/>
              <a:defRPr sz="816" b="1">
                <a:solidFill>
                  <a:schemeClr val="accent3"/>
                </a:solidFill>
              </a:defRPr>
            </a:lvl5pPr>
            <a:lvl6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6pPr>
            <a:lvl7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7pPr>
            <a:lvl8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8pPr>
            <a:lvl9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7BD1AF-9C49-E929-1CCB-7E5A0FA337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24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4" pos="43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2A06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2086" y="2041148"/>
            <a:ext cx="4300582" cy="1095897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22A06C"/>
                </a:solidFill>
              </a:defRPr>
            </a:lvl1pPr>
            <a:lvl2pPr>
              <a:defRPr>
                <a:solidFill>
                  <a:srgbClr val="22A06C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024238" y="2041148"/>
            <a:ext cx="4300582" cy="1095897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22A06C"/>
                </a:solidFill>
              </a:defRPr>
            </a:lvl1pPr>
            <a:lvl2pPr>
              <a:defRPr>
                <a:solidFill>
                  <a:srgbClr val="22A06C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4906411E-24A2-F718-524D-C31674ACBD73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ags" Target="../tags/tag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1463" y="620871"/>
            <a:ext cx="9361487" cy="3667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Copyright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273050" y="6660000"/>
            <a:ext cx="4608513" cy="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tabLst>
                <a:tab pos="2244725" algn="l"/>
              </a:tabLst>
            </a:pPr>
            <a:r>
              <a:rPr lang="en-GB" sz="700" baseline="0" noProof="0" dirty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rPr>
              <a:t>© 2026 Greenfields</a:t>
            </a:r>
            <a:endParaRPr lang="en-GB" sz="700" baseline="0" noProof="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73050" y="1412875"/>
            <a:ext cx="9359900" cy="103618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DB94BA-31B4-F7F3-7848-5CC019ACE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FB695-3B7F-9BE0-2D09-E5C66297DD10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053751" y="6660000"/>
            <a:ext cx="4135308" cy="9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tabLst>
                <a:tab pos="2244725" algn="l"/>
              </a:tabLst>
              <a:defRPr sz="700" baseline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defRPr>
            </a:lvl1pPr>
          </a:lstStyle>
          <a:p>
            <a:pPr lvl="0" algn="r"/>
            <a:r>
              <a:rPr lang="en-GB"/>
              <a:t>Greenfields Website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3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0" r:id="rId2"/>
    <p:sldLayoutId id="2147483649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9" r:id="rId10"/>
    <p:sldLayoutId id="2147483658" r:id="rId11"/>
    <p:sldLayoutId id="21474837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2400" kern="1200" dirty="0">
          <a:solidFill>
            <a:srgbClr val="22A06C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400"/>
        </a:spcBef>
        <a:buFontTx/>
        <a:buNone/>
        <a:defRPr lang="en-US" sz="1200" b="0" kern="1200" dirty="0" smtClean="0">
          <a:solidFill>
            <a:srgbClr val="22A06C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0" indent="0" algn="l" defTabSz="914400" rtl="0" eaLnBrk="1" latinLnBrk="0" hangingPunct="1">
        <a:spcBef>
          <a:spcPts val="400"/>
        </a:spcBef>
        <a:buFont typeface="Arial" panose="020B0604020202020204" pitchFamily="34" charset="0"/>
        <a:buNone/>
        <a:tabLst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71450" indent="-171450" algn="l" defTabSz="914400" rtl="0" eaLnBrk="1" latinLnBrk="0" hangingPunct="1">
        <a:spcBef>
          <a:spcPts val="400"/>
        </a:spcBef>
        <a:buClr>
          <a:schemeClr val="accent6"/>
        </a:buClr>
        <a:buFont typeface="Arial" panose="020B0604020202020204" pitchFamily="34" charset="0"/>
        <a:buChar char="•"/>
        <a:defRPr lang="en-US" sz="105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360363" indent="-180975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"/>
        <a:defRPr lang="en-US" sz="105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39750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lang="en-GB" sz="105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719138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900113" indent="-180975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079500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258888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312" y="489878"/>
            <a:ext cx="8905550" cy="1061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11" y="1991729"/>
            <a:ext cx="8905550" cy="4049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  <a:latin typeface="Aptos" panose="020B0004020202020204" pitchFamily="34" charset="0"/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FD7B-015F-4BEE-BC64-55F74133A442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5053751" y="6660000"/>
            <a:ext cx="4135308" cy="9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tabLst>
                <a:tab pos="2244725" algn="l"/>
              </a:tabLst>
              <a:defRPr sz="700" baseline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defRPr>
            </a:lvl1pPr>
          </a:lstStyle>
          <a:p>
            <a:pPr lvl="0" algn="r"/>
            <a:r>
              <a:rPr lang="en-GB">
                <a:latin typeface="Aptos" panose="020B0004020202020204" pitchFamily="34" charset="0"/>
              </a:rPr>
              <a:t>Our Infrastructure and Project Finance Advisory Capabilities</a:t>
            </a:r>
          </a:p>
        </p:txBody>
      </p:sp>
      <p:sp>
        <p:nvSpPr>
          <p:cNvPr id="9" name="Copyright1">
            <a:extLst>
              <a:ext uri="{FF2B5EF4-FFF2-40B4-BE49-F238E27FC236}">
                <a16:creationId xmlns:a16="http://schemas.microsoft.com/office/drawing/2014/main" id="{BA43F7F2-B4B3-0E44-FBE0-D8BACF1394B6}"/>
              </a:ext>
            </a:extLst>
          </p:cNvPr>
          <p:cNvSpPr txBox="1">
            <a:spLocks noChangeArrowheads="1"/>
          </p:cNvSpPr>
          <p:nvPr userDrawn="1">
            <p:custDataLst>
              <p:tags r:id="rId30"/>
            </p:custDataLst>
          </p:nvPr>
        </p:nvSpPr>
        <p:spPr bwMode="gray">
          <a:xfrm>
            <a:off x="273050" y="6660000"/>
            <a:ext cx="4608513" cy="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tabLst>
                <a:tab pos="2244725" algn="l"/>
              </a:tabLst>
            </a:pPr>
            <a:r>
              <a:rPr lang="en-GB" sz="700" baseline="0" noProof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rPr>
              <a:t>© 2025 Greenfields</a:t>
            </a:r>
            <a:endParaRPr lang="en-GB" sz="700" baseline="0" noProof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9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90" r:id="rId23"/>
    <p:sldLayoutId id="2147483691" r:id="rId24"/>
    <p:sldLayoutId id="2147483692" r:id="rId25"/>
    <p:sldLayoutId id="2147483694" r:id="rId26"/>
    <p:sldLayoutId id="2147483695" r:id="rId27"/>
  </p:sldLayoutIdLst>
  <p:hf hdr="0" dt="0"/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2903" b="1" kern="1200" baseline="0">
          <a:solidFill>
            <a:srgbClr val="22A06C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1225" kern="1200">
          <a:solidFill>
            <a:srgbClr val="22A06C"/>
          </a:solidFill>
          <a:latin typeface="Aptos" panose="020B0004020202020204" pitchFamily="34" charset="0"/>
          <a:ea typeface="+mn-ea"/>
          <a:cs typeface="+mn-cs"/>
        </a:defRPr>
      </a:lvl1pPr>
      <a:lvl2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1633" b="0" kern="1200">
          <a:solidFill>
            <a:srgbClr val="22A06C"/>
          </a:solidFill>
          <a:latin typeface="Aptos" panose="020B0004020202020204" pitchFamily="34" charset="0"/>
          <a:ea typeface="+mn-ea"/>
          <a:cs typeface="+mn-cs"/>
        </a:defRPr>
      </a:lvl2pPr>
      <a:lvl3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816" b="1" kern="1200">
          <a:solidFill>
            <a:srgbClr val="A82B64"/>
          </a:solidFill>
          <a:latin typeface="Aptos" panose="020B0004020202020204" pitchFamily="34" charset="0"/>
          <a:ea typeface="+mn-ea"/>
          <a:cs typeface="+mn-cs"/>
        </a:defRPr>
      </a:lvl3pPr>
      <a:lvl4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816" kern="1200">
          <a:solidFill>
            <a:srgbClr val="A82B64"/>
          </a:solidFill>
          <a:latin typeface="Aptos" panose="020B0004020202020204" pitchFamily="34" charset="0"/>
          <a:ea typeface="+mn-ea"/>
          <a:cs typeface="+mn-cs"/>
        </a:defRPr>
      </a:lvl4pPr>
      <a:lvl5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63296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326592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Char char="–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163296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+mj-lt"/>
        <a:buAutoNum type="arabicPeriod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8pPr>
      <a:lvl9pPr marL="326592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+mj-lt"/>
        <a:buAutoNum type="alphaLcPeriod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8">
          <p15:clr>
            <a:srgbClr val="FBAE40"/>
          </p15:clr>
        </p15:guide>
        <p15:guide id="2" pos="6395">
          <p15:clr>
            <a:srgbClr val="FBAE40"/>
          </p15:clr>
        </p15:guide>
        <p15:guide id="3" orient="horz" pos="340">
          <p15:clr>
            <a:srgbClr val="FBAE40"/>
          </p15:clr>
        </p15:guide>
        <p15:guide id="4" orient="horz" pos="4399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image" Target="../media/image11.png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tags" Target="../tags/tag153.xml"/><Relationship Id="rId16" Type="http://schemas.openxmlformats.org/officeDocument/2006/relationships/image" Target="../media/image14.png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image" Target="../media/image9.png"/><Relationship Id="rId5" Type="http://schemas.openxmlformats.org/officeDocument/2006/relationships/tags" Target="../tags/tag156.xml"/><Relationship Id="rId15" Type="http://schemas.openxmlformats.org/officeDocument/2006/relationships/image" Target="../media/image13.pn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12" Type="http://schemas.openxmlformats.org/officeDocument/2006/relationships/tags" Target="../tags/tag172.xml"/><Relationship Id="rId17" Type="http://schemas.openxmlformats.org/officeDocument/2006/relationships/image" Target="../media/image16.jpeg"/><Relationship Id="rId2" Type="http://schemas.openxmlformats.org/officeDocument/2006/relationships/tags" Target="../tags/tag162.xml"/><Relationship Id="rId16" Type="http://schemas.openxmlformats.org/officeDocument/2006/relationships/image" Target="../media/image14.png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tags" Target="../tags/tag171.xml"/><Relationship Id="rId5" Type="http://schemas.openxmlformats.org/officeDocument/2006/relationships/tags" Target="../tags/tag165.xml"/><Relationship Id="rId15" Type="http://schemas.openxmlformats.org/officeDocument/2006/relationships/image" Target="../media/image13.png"/><Relationship Id="rId10" Type="http://schemas.openxmlformats.org/officeDocument/2006/relationships/tags" Target="../tags/tag170.xml"/><Relationship Id="rId4" Type="http://schemas.openxmlformats.org/officeDocument/2006/relationships/tags" Target="../tags/tag164.xml"/><Relationship Id="rId9" Type="http://schemas.openxmlformats.org/officeDocument/2006/relationships/tags" Target="../tags/tag169.xml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image" Target="../media/image14.png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image" Target="../media/image13.png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image" Target="../media/image12.png"/><Relationship Id="rId5" Type="http://schemas.openxmlformats.org/officeDocument/2006/relationships/tags" Target="../tags/tag177.xml"/><Relationship Id="rId15" Type="http://schemas.openxmlformats.org/officeDocument/2006/relationships/image" Target="../media/image18.pn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box"/>
          <p:cNvSpPr txBox="1"/>
          <p:nvPr/>
        </p:nvSpPr>
        <p:spPr>
          <a:xfrm>
            <a:off x="-2" y="-315416"/>
            <a:ext cx="32220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919121">
              <a:defRPr sz="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Cover R&amp;R UK</a:t>
            </a:r>
          </a:p>
        </p:txBody>
      </p:sp>
      <p:sp>
        <p:nvSpPr>
          <p:cNvPr id="5" name="Project Title Placeholder 1">
            <a:extLst>
              <a:ext uri="{FF2B5EF4-FFF2-40B4-BE49-F238E27FC236}">
                <a16:creationId xmlns:a16="http://schemas.microsoft.com/office/drawing/2014/main" id="{72AF4998-5F99-CD58-6A7C-39B23F1D86B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73050" y="2246070"/>
            <a:ext cx="9288462" cy="5539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3200" b="0" kern="1200" baseline="0" dirty="0" smtClean="0">
                <a:solidFill>
                  <a:srgbClr val="54CBA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buFont typeface="Arial" panose="020B0604020202020204" pitchFamily="34" charset="0"/>
              <a:buNone/>
              <a:tabLst/>
              <a:defRPr sz="105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36036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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53975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lang="en-GB" sz="1050" kern="1200" baseline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71913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011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88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2"/>
                </a:solidFill>
              </a:rPr>
              <a:t>Website Input</a:t>
            </a:r>
            <a:endParaRPr lang="en-GB" sz="2800" b="1" dirty="0">
              <a:solidFill>
                <a:schemeClr val="bg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8868C1-FB33-599F-6DC6-70B8DC409B4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273050" y="4005644"/>
            <a:ext cx="5832220" cy="215444"/>
          </a:xfrm>
        </p:spPr>
        <p:txBody>
          <a:bodyPr/>
          <a:lstStyle>
            <a:lvl1pPr>
              <a:spcBef>
                <a:spcPts val="400"/>
              </a:spcBef>
              <a:defRPr sz="1400" b="0">
                <a:latin typeface="Aptos" panose="020B0004020202020204" pitchFamily="34" charset="0"/>
                <a:cs typeface="Arial" panose="020B0604020202020204" pitchFamily="34" charset="0"/>
              </a:defRPr>
            </a:lvl1pPr>
            <a:lvl2pPr>
              <a:spcBef>
                <a:spcPts val="400"/>
              </a:spcBef>
              <a:defRPr sz="1200">
                <a:solidFill>
                  <a:schemeClr val="accent6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en-US" dirty="0">
                <a:solidFill>
                  <a:schemeClr val="accent2"/>
                </a:solidFill>
              </a:rPr>
              <a:t>March 2026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7" name="Project Title Placeholder 1">
            <a:extLst>
              <a:ext uri="{FF2B5EF4-FFF2-40B4-BE49-F238E27FC236}">
                <a16:creationId xmlns:a16="http://schemas.microsoft.com/office/drawing/2014/main" id="{F2A0BE8B-6825-820A-94F2-1AC41F7B9DC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73050" y="3140968"/>
            <a:ext cx="5832220" cy="36004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3200" b="0" kern="1200" baseline="0" dirty="0" smtClean="0">
                <a:solidFill>
                  <a:srgbClr val="54CBA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buFont typeface="Arial" panose="020B0604020202020204" pitchFamily="34" charset="0"/>
              <a:buNone/>
              <a:tabLst/>
              <a:defRPr sz="105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36036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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53975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lang="en-GB" sz="1050" kern="1200" baseline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71913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011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88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Transaction Page</a:t>
            </a:r>
          </a:p>
        </p:txBody>
      </p:sp>
    </p:spTree>
    <p:extLst>
      <p:ext uri="{BB962C8B-B14F-4D97-AF65-F5344CB8AC3E}">
        <p14:creationId xmlns:p14="http://schemas.microsoft.com/office/powerpoint/2010/main" val="97209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F45F-4192-A582-E3E0-E66E459E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02CF9E-0324-AC5C-CF4A-4F5CC38B75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6799" y="666936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C31CB-B617-3ACD-AECD-EE7EFC01A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612000"/>
            <a:ext cx="9474000" cy="366713"/>
          </a:xfrm>
        </p:spPr>
        <p:txBody>
          <a:bodyPr/>
          <a:lstStyle/>
          <a:p>
            <a:r>
              <a:rPr lang="en-GB" b="1" dirty="0"/>
              <a:t>Transactions</a:t>
            </a:r>
            <a:endParaRPr lang="da-DK" b="1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B900F7A8-83FB-AA78-753A-55F3B982C44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15999" y="972000"/>
            <a:ext cx="9475200" cy="3426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Keep current fields that you have included (Date, Project, Sector, Role, Value and Status)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Add section for Country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Change to show as project tiles as per below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Deals to be arranged by 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14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C8BC0-04AB-3312-6557-7E103AB4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BB34-4F41-C245-E674-DDDED89BBF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999" y="612000"/>
            <a:ext cx="9475200" cy="366713"/>
          </a:xfrm>
        </p:spPr>
        <p:txBody>
          <a:bodyPr/>
          <a:lstStyle/>
          <a:p>
            <a:r>
              <a:rPr lang="en-GB" b="1" dirty="0"/>
              <a:t>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1FBA6-B770-DE51-F05B-7D0F313BB283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416799" y="6631260"/>
            <a:ext cx="216151" cy="8491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B4438D-29B8-4FC7-9D64-F44FE400D0A9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9B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9B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028AE8-7BDB-11C4-780A-2CB36D7736DF}"/>
              </a:ext>
            </a:extLst>
          </p:cNvPr>
          <p:cNvSpPr/>
          <p:nvPr/>
        </p:nvSpPr>
        <p:spPr>
          <a:xfrm>
            <a:off x="271464" y="1268760"/>
            <a:ext cx="4582888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65EB3D-C2E0-6387-9666-630CDD83189C}"/>
              </a:ext>
            </a:extLst>
          </p:cNvPr>
          <p:cNvSpPr/>
          <p:nvPr/>
        </p:nvSpPr>
        <p:spPr>
          <a:xfrm>
            <a:off x="5067983" y="1268760"/>
            <a:ext cx="4581299" cy="2301884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FCF2F7-4E0F-8C2F-E3DE-066A98AA636D}"/>
              </a:ext>
            </a:extLst>
          </p:cNvPr>
          <p:cNvSpPr/>
          <p:nvPr/>
        </p:nvSpPr>
        <p:spPr>
          <a:xfrm>
            <a:off x="271464" y="3744325"/>
            <a:ext cx="4582888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A63694D-38C3-8C74-6320-FE831AD807B0}"/>
              </a:ext>
            </a:extLst>
          </p:cNvPr>
          <p:cNvSpPr/>
          <p:nvPr/>
        </p:nvSpPr>
        <p:spPr>
          <a:xfrm>
            <a:off x="5067983" y="3744325"/>
            <a:ext cx="4581299" cy="2301884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pic>
        <p:nvPicPr>
          <p:cNvPr id="3" name="Picture 2" descr="Integrated Renewable Energy &amp; Resource Efficiency Programme">
            <a:extLst>
              <a:ext uri="{FF2B5EF4-FFF2-40B4-BE49-F238E27FC236}">
                <a16:creationId xmlns:a16="http://schemas.microsoft.com/office/drawing/2014/main" id="{B2EE9DF4-C0E4-432A-B30D-73BBB9BDC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52" y="3858327"/>
            <a:ext cx="1478564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lient name">
            <a:extLst>
              <a:ext uri="{FF2B5EF4-FFF2-40B4-BE49-F238E27FC236}">
                <a16:creationId xmlns:a16="http://schemas.microsoft.com/office/drawing/2014/main" id="{18F809AE-4C6F-2224-BCD4-BC806837005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517282" y="1275409"/>
            <a:ext cx="3132000" cy="794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Acquisition of a stake in the Department of Trade, Industry, and Competition office accommodation building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Advisor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F2BD5-0030-C736-8EB5-E8358A9C5BE8}"/>
              </a:ext>
            </a:extLst>
          </p:cNvPr>
          <p:cNvSpPr txBox="1"/>
          <p:nvPr/>
        </p:nvSpPr>
        <p:spPr>
          <a:xfrm>
            <a:off x="6525572" y="3130256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2016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</a:p>
        </p:txBody>
      </p:sp>
      <p:sp>
        <p:nvSpPr>
          <p:cNvPr id="9" name="Client name">
            <a:extLst>
              <a:ext uri="{FF2B5EF4-FFF2-40B4-BE49-F238E27FC236}">
                <a16:creationId xmlns:a16="http://schemas.microsoft.com/office/drawing/2014/main" id="{52898E72-B878-F0E1-FF82-5B92F0C7B56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22352" y="3771488"/>
            <a:ext cx="3132000" cy="1042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Integrated Renewable Energy and Resource Efficiency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Programme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for Procurement of more than 3 200MW of Renewable Energy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and Economic Development Advisor</a:t>
            </a:r>
          </a:p>
        </p:txBody>
      </p:sp>
      <p:sp>
        <p:nvSpPr>
          <p:cNvPr id="14" name="Client name">
            <a:extLst>
              <a:ext uri="{FF2B5EF4-FFF2-40B4-BE49-F238E27FC236}">
                <a16:creationId xmlns:a16="http://schemas.microsoft.com/office/drawing/2014/main" id="{F069D304-83C1-8C86-F940-40E538F49F9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500950" y="3757218"/>
            <a:ext cx="3132000" cy="1082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Feasibility Study and Procurement Support for the Implementation of a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National Solar Water Heater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Programme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and Economic Development Advisor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21" name="Picture 8" descr="Department of Public Works and Infrastructure | LinkedIn">
            <a:extLst>
              <a:ext uri="{FF2B5EF4-FFF2-40B4-BE49-F238E27FC236}">
                <a16:creationId xmlns:a16="http://schemas.microsoft.com/office/drawing/2014/main" id="{596FE04D-8F68-7C92-2762-33FFE315B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20" y="4995202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GTAC - Government Technical Advisory Centre">
            <a:extLst>
              <a:ext uri="{FF2B5EF4-FFF2-40B4-BE49-F238E27FC236}">
                <a16:creationId xmlns:a16="http://schemas.microsoft.com/office/drawing/2014/main" id="{842B77F5-DEC5-E97A-7328-525B7C7BF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20" y="4560856"/>
            <a:ext cx="1552989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DBSA Hosts Successful 3rd Annual Research Colloquium">
            <a:extLst>
              <a:ext uri="{FF2B5EF4-FFF2-40B4-BE49-F238E27FC236}">
                <a16:creationId xmlns:a16="http://schemas.microsoft.com/office/drawing/2014/main" id="{439E92A5-3C5D-D698-C903-ABE2C8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7" y="1344990"/>
            <a:ext cx="975940" cy="4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MRE">
            <a:extLst>
              <a:ext uri="{FF2B5EF4-FFF2-40B4-BE49-F238E27FC236}">
                <a16:creationId xmlns:a16="http://schemas.microsoft.com/office/drawing/2014/main" id="{967820AF-0B08-F398-431E-D840075FA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12" y="2033712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PP Projects">
            <a:extLst>
              <a:ext uri="{FF2B5EF4-FFF2-40B4-BE49-F238E27FC236}">
                <a16:creationId xmlns:a16="http://schemas.microsoft.com/office/drawing/2014/main" id="{8AFD3F02-6557-9CD8-888C-6E0AC3E74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20" y="2629889"/>
            <a:ext cx="1072020" cy="81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lient name">
            <a:extLst>
              <a:ext uri="{FF2B5EF4-FFF2-40B4-BE49-F238E27FC236}">
                <a16:creationId xmlns:a16="http://schemas.microsoft.com/office/drawing/2014/main" id="{3B6DC0B5-507D-E3DD-6681-C79C7A89462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700933" y="1268759"/>
            <a:ext cx="3132000" cy="9033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Renewable Energy Independent Power Producer Procurement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Programme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Bid Window 7 for the Procurement of 3 940MW of Solar PV and Onshore Wind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Advisor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5DBBA5-2CE6-59ED-FA84-D7AD687FBC4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92271" y="3092651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pic>
        <p:nvPicPr>
          <p:cNvPr id="4" name="Picture 4" descr="DMRE">
            <a:extLst>
              <a:ext uri="{FF2B5EF4-FFF2-40B4-BE49-F238E27FC236}">
                <a16:creationId xmlns:a16="http://schemas.microsoft.com/office/drawing/2014/main" id="{4F996158-527A-F067-9D93-BEB9844D5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182" y="3851119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GTAC - Government Technical Advisory Centre">
            <a:extLst>
              <a:ext uri="{FF2B5EF4-FFF2-40B4-BE49-F238E27FC236}">
                <a16:creationId xmlns:a16="http://schemas.microsoft.com/office/drawing/2014/main" id="{704D7255-8FAF-0E1B-3924-C58B35DE7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996" y="5215607"/>
            <a:ext cx="1552989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3A6B85-359B-75CA-81B6-97718FF1568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692271" y="238657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R230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13940E-E4FB-041B-44C7-687C61F32BEA}"/>
              </a:ext>
            </a:extLst>
          </p:cNvPr>
          <p:cNvSpPr txBox="1"/>
          <p:nvPr/>
        </p:nvSpPr>
        <p:spPr>
          <a:xfrm>
            <a:off x="6662807" y="238657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R0.98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pic>
        <p:nvPicPr>
          <p:cNvPr id="1028" name="Picture 4" descr="Public Investment Corporation - Wikipedia">
            <a:extLst>
              <a:ext uri="{FF2B5EF4-FFF2-40B4-BE49-F238E27FC236}">
                <a16:creationId xmlns:a16="http://schemas.microsoft.com/office/drawing/2014/main" id="{B270BF78-393B-5391-25F9-66D16B9D4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667" y="1865860"/>
            <a:ext cx="1211456" cy="89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F67F13-363D-EBE3-93C1-338462A0BC31}"/>
              </a:ext>
            </a:extLst>
          </p:cNvPr>
          <p:cNvSpPr txBox="1"/>
          <p:nvPr/>
        </p:nvSpPr>
        <p:spPr>
          <a:xfrm>
            <a:off x="1692271" y="5589240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2018 - 2024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330AD-9A71-CEC9-A644-7A499EFB947B}"/>
              </a:ext>
            </a:extLst>
          </p:cNvPr>
          <p:cNvSpPr txBox="1"/>
          <p:nvPr/>
        </p:nvSpPr>
        <p:spPr>
          <a:xfrm>
            <a:off x="1692271" y="4955341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R387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F4BE0-A965-C067-D4AF-5C912F3C5D3E}"/>
              </a:ext>
            </a:extLst>
          </p:cNvPr>
          <p:cNvSpPr txBox="1"/>
          <p:nvPr/>
        </p:nvSpPr>
        <p:spPr>
          <a:xfrm>
            <a:off x="6525572" y="5589240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40034D-01D2-48D4-AB6D-4CFCFA22634F}"/>
              </a:ext>
            </a:extLst>
          </p:cNvPr>
          <p:cNvSpPr txBox="1"/>
          <p:nvPr/>
        </p:nvSpPr>
        <p:spPr>
          <a:xfrm>
            <a:off x="6500950" y="4844460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R18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993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6459B-9339-8566-0860-167C298A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6FC0-F372-AA94-E557-19228C9235B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999" y="612000"/>
            <a:ext cx="9475200" cy="366713"/>
          </a:xfrm>
        </p:spPr>
        <p:txBody>
          <a:bodyPr/>
          <a:lstStyle/>
          <a:p>
            <a:r>
              <a:rPr lang="en-GB" b="1" dirty="0"/>
              <a:t>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7965A-9BB8-A2CD-BD7D-7052EF518CA0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416799" y="6669360"/>
            <a:ext cx="216151" cy="8491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B4438D-29B8-4FC7-9D64-F44FE400D0A9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9B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9B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AB16-FB3F-D0E3-BDC6-5338DE916B2E}"/>
              </a:ext>
            </a:extLst>
          </p:cNvPr>
          <p:cNvSpPr/>
          <p:nvPr/>
        </p:nvSpPr>
        <p:spPr>
          <a:xfrm>
            <a:off x="271464" y="1268760"/>
            <a:ext cx="4582888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8B4EC2D-2478-8BFE-9188-39F677478431}"/>
              </a:ext>
            </a:extLst>
          </p:cNvPr>
          <p:cNvSpPr/>
          <p:nvPr/>
        </p:nvSpPr>
        <p:spPr>
          <a:xfrm>
            <a:off x="5051650" y="1268760"/>
            <a:ext cx="4581300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1AE7E1A-2946-13EC-BA9B-F58F315FEC32}"/>
              </a:ext>
            </a:extLst>
          </p:cNvPr>
          <p:cNvSpPr/>
          <p:nvPr/>
        </p:nvSpPr>
        <p:spPr>
          <a:xfrm>
            <a:off x="271464" y="3748777"/>
            <a:ext cx="4582888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pic>
        <p:nvPicPr>
          <p:cNvPr id="1026" name="Picture 2" descr="DBSA Hosts Successful 3rd Annual Research Colloquium">
            <a:extLst>
              <a:ext uri="{FF2B5EF4-FFF2-40B4-BE49-F238E27FC236}">
                <a16:creationId xmlns:a16="http://schemas.microsoft.com/office/drawing/2014/main" id="{F66D582C-2E0A-3029-676B-9761B9A3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44" y="1382812"/>
            <a:ext cx="975940" cy="4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MRE">
            <a:extLst>
              <a:ext uri="{FF2B5EF4-FFF2-40B4-BE49-F238E27FC236}">
                <a16:creationId xmlns:a16="http://schemas.microsoft.com/office/drawing/2014/main" id="{6FAC9BA3-C303-FAAE-F0AE-4CF672285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2087563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PP Projects">
            <a:extLst>
              <a:ext uri="{FF2B5EF4-FFF2-40B4-BE49-F238E27FC236}">
                <a16:creationId xmlns:a16="http://schemas.microsoft.com/office/drawing/2014/main" id="{B58D8812-5AB6-7D03-90B0-E032F5306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4" y="2614265"/>
            <a:ext cx="1072020" cy="81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BSA Hosts Successful 3rd Annual Research Colloquium">
            <a:extLst>
              <a:ext uri="{FF2B5EF4-FFF2-40B4-BE49-F238E27FC236}">
                <a16:creationId xmlns:a16="http://schemas.microsoft.com/office/drawing/2014/main" id="{D38F4753-3803-111B-1844-E3833A53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288" y="1382812"/>
            <a:ext cx="975940" cy="4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MRE">
            <a:extLst>
              <a:ext uri="{FF2B5EF4-FFF2-40B4-BE49-F238E27FC236}">
                <a16:creationId xmlns:a16="http://schemas.microsoft.com/office/drawing/2014/main" id="{8E95F351-5C5F-60AB-BF4A-02324B011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040" y="2087563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PP Projects">
            <a:extLst>
              <a:ext uri="{FF2B5EF4-FFF2-40B4-BE49-F238E27FC236}">
                <a16:creationId xmlns:a16="http://schemas.microsoft.com/office/drawing/2014/main" id="{8D6B5D12-7EAB-E6A4-4701-CE9751F31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208" y="2614265"/>
            <a:ext cx="1072020" cy="81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BSA Hosts Successful 3rd Annual Research Colloquium">
            <a:extLst>
              <a:ext uri="{FF2B5EF4-FFF2-40B4-BE49-F238E27FC236}">
                <a16:creationId xmlns:a16="http://schemas.microsoft.com/office/drawing/2014/main" id="{6B10EC4C-46F0-B29E-F0AD-4611B2F31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44" y="3950419"/>
            <a:ext cx="975940" cy="4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MRE">
            <a:extLst>
              <a:ext uri="{FF2B5EF4-FFF2-40B4-BE49-F238E27FC236}">
                <a16:creationId xmlns:a16="http://schemas.microsoft.com/office/drawing/2014/main" id="{DB8726D8-57DC-779D-D003-1E53C5242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4655170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PP Projects">
            <a:extLst>
              <a:ext uri="{FF2B5EF4-FFF2-40B4-BE49-F238E27FC236}">
                <a16:creationId xmlns:a16="http://schemas.microsoft.com/office/drawing/2014/main" id="{12CCF6E2-1BC2-EB94-1B87-BCF1F24E1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4" y="5181872"/>
            <a:ext cx="1072020" cy="81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lient name">
            <a:extLst>
              <a:ext uri="{FF2B5EF4-FFF2-40B4-BE49-F238E27FC236}">
                <a16:creationId xmlns:a16="http://schemas.microsoft.com/office/drawing/2014/main" id="{F175CA51-B066-02CB-D6DC-54702E19E1F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700932" y="1361921"/>
            <a:ext cx="3153419" cy="103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Battery Energy Storage Independent Power Producer Procurement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Programme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Bid Window 3 </a:t>
            </a: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for the Procurement of 616MW/2 464MWh of Battery Energy Storage Capacity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Economic Development Advisor</a:t>
            </a:r>
          </a:p>
          <a:p>
            <a:pPr lvl="0" algn="ctr"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Client name">
            <a:extLst>
              <a:ext uri="{FF2B5EF4-FFF2-40B4-BE49-F238E27FC236}">
                <a16:creationId xmlns:a16="http://schemas.microsoft.com/office/drawing/2014/main" id="{55C2ADED-E21A-398E-6F5E-8E301C9ED98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30770" y="1361921"/>
            <a:ext cx="3153419" cy="969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Battery Energy Storage Independent Power Producer Procurement </a:t>
            </a:r>
            <a:r>
              <a:rPr lang="en-US" sz="1200" b="1" dirty="0" err="1">
                <a:solidFill>
                  <a:srgbClr val="262626"/>
                </a:solidFill>
                <a:latin typeface="Aptos" panose="020B0004020202020204" pitchFamily="34" charset="0"/>
              </a:rPr>
              <a:t>Programme</a:t>
            </a: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 Bid Window 2 for the Procurement of 615MW/2 460MWh of Battery Energy Storage Capacity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Economic Development Advisor</a:t>
            </a:r>
          </a:p>
        </p:txBody>
      </p:sp>
      <p:sp>
        <p:nvSpPr>
          <p:cNvPr id="16" name="Client name">
            <a:extLst>
              <a:ext uri="{FF2B5EF4-FFF2-40B4-BE49-F238E27FC236}">
                <a16:creationId xmlns:a16="http://schemas.microsoft.com/office/drawing/2014/main" id="{CFB422B8-EDC1-D90B-7A5E-A14916952A1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700932" y="3849920"/>
            <a:ext cx="3153419" cy="748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Renewable Energy Independent Power Producer Procurement </a:t>
            </a:r>
            <a:r>
              <a:rPr lang="en-US" sz="1200" b="1" dirty="0" err="1">
                <a:solidFill>
                  <a:srgbClr val="262626"/>
                </a:solidFill>
                <a:latin typeface="Aptos" panose="020B0004020202020204" pitchFamily="34" charset="0"/>
              </a:rPr>
              <a:t>Programme</a:t>
            </a: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 Bid Window 7 for the Procurement of 3 940MW of Solar PV and Onshore Wind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Economic Development Advisor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5F6F48-01AE-234D-0F76-DA25D4328C95}"/>
              </a:ext>
            </a:extLst>
          </p:cNvPr>
          <p:cNvSpPr txBox="1"/>
          <p:nvPr/>
        </p:nvSpPr>
        <p:spPr>
          <a:xfrm>
            <a:off x="1700931" y="3136995"/>
            <a:ext cx="3153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 </a:t>
            </a: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0783A6-4B3A-C8FB-938D-7B036E5778F3}"/>
              </a:ext>
            </a:extLst>
          </p:cNvPr>
          <p:cNvSpPr txBox="1"/>
          <p:nvPr/>
        </p:nvSpPr>
        <p:spPr>
          <a:xfrm>
            <a:off x="6537780" y="3181231"/>
            <a:ext cx="3153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9E3E3-4724-9E8E-8C3D-5A0AC5B78E57}"/>
              </a:ext>
            </a:extLst>
          </p:cNvPr>
          <p:cNvSpPr/>
          <p:nvPr/>
        </p:nvSpPr>
        <p:spPr>
          <a:xfrm>
            <a:off x="5067983" y="3744325"/>
            <a:ext cx="4581299" cy="2301884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GB" sz="953">
              <a:solidFill>
                <a:schemeClr val="accent3"/>
              </a:solidFill>
            </a:endParaRPr>
          </a:p>
        </p:txBody>
      </p:sp>
      <p:sp>
        <p:nvSpPr>
          <p:cNvPr id="18" name="Client name">
            <a:extLst>
              <a:ext uri="{FF2B5EF4-FFF2-40B4-BE49-F238E27FC236}">
                <a16:creationId xmlns:a16="http://schemas.microsoft.com/office/drawing/2014/main" id="{440EC784-127E-A6CD-3C88-268DC53697B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479318" y="3757311"/>
            <a:ext cx="3132000" cy="541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ptos" panose="020B0004020202020204" pitchFamily="34" charset="0"/>
              </a:rPr>
              <a:t>Transaction Advisory for the Potential Acquisition of a Stake in ROMPCO Pipeline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Advisor</a:t>
            </a:r>
          </a:p>
        </p:txBody>
      </p:sp>
      <p:pic>
        <p:nvPicPr>
          <p:cNvPr id="21" name="Picture 4" descr="Sasol plants threatened by emission ...">
            <a:extLst>
              <a:ext uri="{FF2B5EF4-FFF2-40B4-BE49-F238E27FC236}">
                <a16:creationId xmlns:a16="http://schemas.microsoft.com/office/drawing/2014/main" id="{5876BA84-87C3-BF15-3D7C-390ECCDA2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410" y="4422944"/>
            <a:ext cx="1304924" cy="87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915B538-246A-91DF-21D0-B41BE4934977}"/>
              </a:ext>
            </a:extLst>
          </p:cNvPr>
          <p:cNvSpPr txBox="1"/>
          <p:nvPr/>
        </p:nvSpPr>
        <p:spPr>
          <a:xfrm>
            <a:off x="6500737" y="5591368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 and Mozambique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6AFAA2-4287-41A6-A816-0F2A299F0A1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79832" y="5664183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22D5FA-F729-05F1-5AA0-2AEBCFAF8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679832" y="4958104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R230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5E742E-1039-8156-F094-0B067A04A3D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692271" y="238657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R9.5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0A8C19-D11F-FC3E-47D4-8CE78F61B44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559199" y="238657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R12.8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929819-0E07-6C90-BD07-207EFEC4C63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548489" y="4951039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R4.1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830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1DF1-0DC9-4F68-463B-5998C4FA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BA00-6F73-DA3D-2FC6-068D5625102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999" y="612000"/>
            <a:ext cx="9475200" cy="366713"/>
          </a:xfrm>
        </p:spPr>
        <p:txBody>
          <a:bodyPr/>
          <a:lstStyle/>
          <a:p>
            <a:r>
              <a:rPr lang="en-GB" b="1" dirty="0"/>
              <a:t>Transactions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07C63-C517-68CF-5EA4-DDBBAE12B4BC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416799" y="6631260"/>
            <a:ext cx="216151" cy="8491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B4438D-29B8-4FC7-9D64-F44FE400D0A9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9B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9B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2E7BD-1ACA-8D63-6BD4-9D3392C11701}"/>
              </a:ext>
            </a:extLst>
          </p:cNvPr>
          <p:cNvSpPr/>
          <p:nvPr/>
        </p:nvSpPr>
        <p:spPr>
          <a:xfrm>
            <a:off x="271464" y="1268760"/>
            <a:ext cx="4582888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99D92B-AC09-513F-24AC-FBC83210A5BF}"/>
              </a:ext>
            </a:extLst>
          </p:cNvPr>
          <p:cNvSpPr/>
          <p:nvPr/>
        </p:nvSpPr>
        <p:spPr>
          <a:xfrm>
            <a:off x="5067983" y="1268760"/>
            <a:ext cx="4581299" cy="2301884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983DB7-D99E-386F-79A4-3A2D740D5AC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71464" y="3744325"/>
            <a:ext cx="4582888" cy="2304256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AF68D36-355F-E335-1E8E-C6CF7E3FB64A}"/>
              </a:ext>
            </a:extLst>
          </p:cNvPr>
          <p:cNvSpPr/>
          <p:nvPr/>
        </p:nvSpPr>
        <p:spPr>
          <a:xfrm>
            <a:off x="5067983" y="3744325"/>
            <a:ext cx="4581299" cy="2301884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53" b="0" i="0" u="none" strike="noStrike" kern="1200" cap="none" spc="0" normalizeH="0" baseline="0" noProof="0">
              <a:ln>
                <a:noFill/>
              </a:ln>
              <a:solidFill>
                <a:srgbClr val="7AB8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pic>
        <p:nvPicPr>
          <p:cNvPr id="74" name="Picture 73" descr="DBSA Hosts Successful 3rd Annual Research Colloquium">
            <a:extLst>
              <a:ext uri="{FF2B5EF4-FFF2-40B4-BE49-F238E27FC236}">
                <a16:creationId xmlns:a16="http://schemas.microsoft.com/office/drawing/2014/main" id="{E223CBBF-1E73-6C4A-DEA8-968F9E93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827" y="1344990"/>
            <a:ext cx="975940" cy="4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4" descr="DMRE">
            <a:extLst>
              <a:ext uri="{FF2B5EF4-FFF2-40B4-BE49-F238E27FC236}">
                <a16:creationId xmlns:a16="http://schemas.microsoft.com/office/drawing/2014/main" id="{BDCDFC24-A89E-4CC2-4CCC-A7961FC47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912" y="2033712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6" descr="IPP Projects">
            <a:extLst>
              <a:ext uri="{FF2B5EF4-FFF2-40B4-BE49-F238E27FC236}">
                <a16:creationId xmlns:a16="http://schemas.microsoft.com/office/drawing/2014/main" id="{2C9619A5-53AF-9320-A4BB-F5C59F326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120" y="2629889"/>
            <a:ext cx="1072020" cy="81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Client name">
            <a:extLst>
              <a:ext uri="{FF2B5EF4-FFF2-40B4-BE49-F238E27FC236}">
                <a16:creationId xmlns:a16="http://schemas.microsoft.com/office/drawing/2014/main" id="{DD9F23A0-4BE1-01D7-297C-01336875AE4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512176" y="1268761"/>
            <a:ext cx="3132000" cy="935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Renewable Energy Independent Power Producer Procurement </a:t>
            </a:r>
            <a:r>
              <a:rPr lang="en-US" sz="1200" b="1" dirty="0" err="1">
                <a:solidFill>
                  <a:srgbClr val="262626"/>
                </a:solidFill>
                <a:latin typeface="Aptos" panose="020B0004020202020204" pitchFamily="34" charset="0"/>
              </a:rPr>
              <a:t>Programme</a:t>
            </a: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 Bid Window 5 for the Procurement of 2 583MW of Solar PV and Onshore Wind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Advisor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CDD1AA-F62F-C7C3-80AA-C76D43A52B81}"/>
              </a:ext>
            </a:extLst>
          </p:cNvPr>
          <p:cNvSpPr txBox="1"/>
          <p:nvPr/>
        </p:nvSpPr>
        <p:spPr>
          <a:xfrm>
            <a:off x="6559199" y="3137215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E0B3A588-A624-1901-53EF-38930B8DFD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3168" y="4639312"/>
            <a:ext cx="1544223" cy="476935"/>
          </a:xfrm>
          <a:prstGeom prst="rect">
            <a:avLst/>
          </a:prstGeom>
        </p:spPr>
      </p:pic>
      <p:sp>
        <p:nvSpPr>
          <p:cNvPr id="81" name="Client name">
            <a:extLst>
              <a:ext uri="{FF2B5EF4-FFF2-40B4-BE49-F238E27FC236}">
                <a16:creationId xmlns:a16="http://schemas.microsoft.com/office/drawing/2014/main" id="{98283B8C-7D7D-1AE0-37BA-81F23B1D70A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622676" y="3755407"/>
            <a:ext cx="3153419" cy="591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Compilation of the South African Mid-Market Survey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Economic Development Advisor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72C60B-3003-9864-B1FA-36B52D8B13B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9292" y="5614127"/>
            <a:ext cx="3153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</a:p>
        </p:txBody>
      </p:sp>
      <p:pic>
        <p:nvPicPr>
          <p:cNvPr id="83" name="Picture 82" descr="DBSA Hosts Successful 3rd Annual Research Colloquium">
            <a:extLst>
              <a:ext uri="{FF2B5EF4-FFF2-40B4-BE49-F238E27FC236}">
                <a16:creationId xmlns:a16="http://schemas.microsoft.com/office/drawing/2014/main" id="{B2AE41FA-A8CF-666C-CC3E-0574DDC29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83" y="1344990"/>
            <a:ext cx="975940" cy="42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4" descr="DMRE">
            <a:extLst>
              <a:ext uri="{FF2B5EF4-FFF2-40B4-BE49-F238E27FC236}">
                <a16:creationId xmlns:a16="http://schemas.microsoft.com/office/drawing/2014/main" id="{9BF5897C-CC22-11EA-50CD-4F2C8BB6E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68" y="2033712"/>
            <a:ext cx="1284436" cy="4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6" descr="IPP Projects">
            <a:extLst>
              <a:ext uri="{FF2B5EF4-FFF2-40B4-BE49-F238E27FC236}">
                <a16:creationId xmlns:a16="http://schemas.microsoft.com/office/drawing/2014/main" id="{7CAA14AF-032A-141D-E902-B6EF1206E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76" y="2629889"/>
            <a:ext cx="1072020" cy="81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Client name">
            <a:extLst>
              <a:ext uri="{FF2B5EF4-FFF2-40B4-BE49-F238E27FC236}">
                <a16:creationId xmlns:a16="http://schemas.microsoft.com/office/drawing/2014/main" id="{A5ED5A0C-BDE9-44E0-C87A-94FB5423D11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675432" y="1268760"/>
            <a:ext cx="3132000" cy="935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Renewable Energy Independent Power Producer Procurement </a:t>
            </a:r>
            <a:r>
              <a:rPr lang="en-US" sz="1200" b="1" dirty="0" err="1">
                <a:solidFill>
                  <a:srgbClr val="262626"/>
                </a:solidFill>
                <a:latin typeface="Aptos" panose="020B0004020202020204" pitchFamily="34" charset="0"/>
              </a:rPr>
              <a:t>Programme</a:t>
            </a:r>
            <a:r>
              <a:rPr lang="en-US" sz="1200" b="1" dirty="0">
                <a:solidFill>
                  <a:srgbClr val="262626"/>
                </a:solidFill>
                <a:latin typeface="Aptos" panose="020B0004020202020204" pitchFamily="34" charset="0"/>
              </a:rPr>
              <a:t> Bid Window 6 for the Procurement of 4 200MW of Solar PV and Onshore Wind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Advisor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E2CB88-BEBF-5BEE-AD8B-7496ABDC1F82}"/>
              </a:ext>
            </a:extLst>
          </p:cNvPr>
          <p:cNvSpPr txBox="1"/>
          <p:nvPr/>
        </p:nvSpPr>
        <p:spPr>
          <a:xfrm>
            <a:off x="1743311" y="3136516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A1766-4273-4ED9-8DD6-2B4B25883E62}"/>
              </a:ext>
            </a:extLst>
          </p:cNvPr>
          <p:cNvSpPr txBox="1"/>
          <p:nvPr/>
        </p:nvSpPr>
        <p:spPr>
          <a:xfrm>
            <a:off x="6534455" y="5653447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2023</a:t>
            </a: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South Africa</a:t>
            </a:r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5F9A9-D206-5CCC-D421-3343B9182A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7983" y="4113303"/>
            <a:ext cx="4111813" cy="1132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140B54-7558-B55E-B42E-4B91553E3D73}"/>
              </a:ext>
            </a:extLst>
          </p:cNvPr>
          <p:cNvSpPr txBox="1"/>
          <p:nvPr/>
        </p:nvSpPr>
        <p:spPr>
          <a:xfrm>
            <a:off x="1692271" y="238657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R250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139F6-75B6-BF3A-48CB-7DBED52BAC39}"/>
              </a:ext>
            </a:extLst>
          </p:cNvPr>
          <p:cNvSpPr txBox="1"/>
          <p:nvPr/>
        </p:nvSpPr>
        <p:spPr>
          <a:xfrm>
            <a:off x="6774000" y="238657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R155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8" name="Client name">
            <a:extLst>
              <a:ext uri="{FF2B5EF4-FFF2-40B4-BE49-F238E27FC236}">
                <a16:creationId xmlns:a16="http://schemas.microsoft.com/office/drawing/2014/main" id="{191EB0EF-187C-76CB-D8DB-3534CC694FD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479318" y="3757311"/>
            <a:ext cx="3132000" cy="541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ptos" panose="020B0004020202020204" pitchFamily="34" charset="0"/>
              </a:rPr>
              <a:t>Transaction Advisory for the development of a Biomass Plant Project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Financial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4350E-B0F0-98A2-8B28-7617B695AC23}"/>
              </a:ext>
            </a:extLst>
          </p:cNvPr>
          <p:cNvSpPr txBox="1"/>
          <p:nvPr/>
        </p:nvSpPr>
        <p:spPr>
          <a:xfrm>
            <a:off x="6659700" y="484733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R0.6 Billion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597C6-736D-8474-9023-75EDCB1FEAA6}"/>
              </a:ext>
            </a:extLst>
          </p:cNvPr>
          <p:cNvSpPr txBox="1"/>
          <p:nvPr/>
        </p:nvSpPr>
        <p:spPr>
          <a:xfrm>
            <a:off x="1656977" y="4847332"/>
            <a:ext cx="31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Deal value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  <a:p>
            <a:pPr marL="64135" marR="0" lvl="0" indent="0" algn="ctr" defTabSz="1007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/>
              </a:rPr>
              <a:t>N/A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573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box"/>
          <p:cNvSpPr txBox="1"/>
          <p:nvPr/>
        </p:nvSpPr>
        <p:spPr>
          <a:xfrm>
            <a:off x="-2" y="-315416"/>
            <a:ext cx="21320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919121">
              <a:defRPr sz="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1338568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7oZZH71aYlKvcE+pVayJVsEAAAAAAADAAAAAAADAAAAAwADAAAAAAADAAAABAADAAAAAAD///////8DAAEA////////BQAAAAMAEAALH8W11FiGZEmHlVma8v5B9gQAAAABAAMAAAACAAMAAAAEAAQAAgD///////8FAAAABAAQAAsIJFbWbrypRLcxPcPajReD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uhlkfvVpiUq9wT6lVrIlWwNEYXRhABsAAAAETGlua2VkU2hhcGVEYXRhAAUAAAAAAAJOYW1lABkAAABMaW5rZWRTaGFwZXNEYXRhUHJvcGVydHkAEFZlcnNpb24AAAAAAAlMYXN0V3JpdGUAZuXqSJMBAAAAAQD/////gwCDAAAABV9pZAAQAAAABB/FtdRYhmRJh5VZmvL+QfYDRGF0YQAbAAAABExpbmtlZFNoYXBlRGF0YQAFAAAAAAACTmFtZQAZAAAATGlua2VkU2hhcGVzRGF0YVByb3BlcnR5ABBWZXJzaW9uAAEAAAAJTGFzdFdyaXRlAPnl6kiTAQAAAAIA/////8YAxgAAAAVfaWQAEAAAAAQIJFbWbrypRLcxPcPajReDA0RhdGEAUwAAAAhQcmVzZW50YXRpb25TY2FubmVkRm9yTGlua2VkU2hhcGVzAAACTnVtYmVyRm9ybWF0U2VwYXJhdG9yTW9kZQAKAAAAQXV0b21hdGljAAACTmFtZQAkAAAATGlua2VkU2hhcGVQcmVzZW50YXRpb25TZXR0aW5nc0RhdGEAEFZlcnNpb24AAAAAAAlMYXN0V3JpdGUA++XqSJM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JCwAAAAAAAAAAAAAgAf///////////////wAAAP///////////////wUAAAAEAP///////wUAAAAE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GgAGTGlua2VkU2hhcGVzRGF0YVByb3BlcnR5XzAEAAAAAAAFAAAABAAFAAAAAwAFAAAABAD///////8FAAAAAAD///////8DAAEBAwAAAAMA////////GgAGTGlua2VkU2hhcGVzRGF0YVByb3BlcnR5XzEEAAAAAQAFAAAAAgAFAAAAAQAEAAIBAwAAAAQA////////JQAGTGlua2VkU2hhcGVQcmVzZW50YXRpb25TZXR0aW5nc0RhdGFfMAQAAAACAAUAAAAAAAU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76919742859861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NAME" val="Foot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HeaderShape"/>
  <p:tag name="MS_XMLFILE_REGKEY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747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3035.41317129630760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3035.413171296308144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090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HeaderShape"/>
  <p:tag name="MS_XMLFILE_REGKEY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NAME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9647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094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9535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932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078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0403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546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14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4123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10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80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6518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076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970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PLACEHOLDERID" val="PlaceholderID42921.745833333306933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30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736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698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198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2194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842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369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9254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2559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144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6648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728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084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187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2225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3560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553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3555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789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299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0609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6341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8385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6409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4249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187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9731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693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805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4846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739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6477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994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403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715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58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4119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475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4365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5067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735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2780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872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835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PLACEHOLDERID" val="PlaceholderID42921.745833333303066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8523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953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743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000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727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PLACEHOLDERID" val="PlaceholderID42921.745833333304528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977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18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356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269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600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272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276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5540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6068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902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9019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185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PLACEHOLDERID" val="PlaceholderID42921.745833333305972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670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7149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6871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7604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497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509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652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4158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3505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9719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5186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5828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320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3777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1376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65417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1532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37539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09558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6153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7024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4395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4208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3360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7008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2130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88606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431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73898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7552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8225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2096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4687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8680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8283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4625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492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Table of Contents"/>
  <p:tag name="PLACEHOLDERAUTOMATIONTAG" val="TableOfContentsText"/>
  <p:tag name="MS_XMLFILE_REGKEY" val=""/>
  <p:tag name="MS_PLACEHOLDERID" val="PlaceholderID42921.745833333309606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NoAutomation"/>
  <p:tag name="MS_XMLFILE_REGKEY" val=""/>
  <p:tag name="MS_PLACEHOLDERID" val="PlaceholderID42921.745833333303269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4769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ompany Address Right"/>
  <p:tag name="MS_XMLFILE_REGKEY" val=""/>
  <p:tag name="PLACEHOLDERAUTOMATIONTAG" val="LetterAddressShape"/>
  <p:tag name="MS_PLACEHOLDERID" val="PlaceholderID42921.745833333306174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Letter styles"/>
  <p:tag name="MS_XMLFILE_REGKEY" val=""/>
  <p:tag name="MS_PLACEHOLDERID" val="PlaceholderID42921.745833333302414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Letter Address Left"/>
  <p:tag name="MS_XMLFILE_REGKEY" val=""/>
  <p:tag name="MS_PLACEHOLDERID" val="PlaceholderID42921.745833333306861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5899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6028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787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446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1532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3987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PLACEHOLDERID" val="PlaceholderID43035.413171296300898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over Styles"/>
  <p:tag name="MS_XMLFILE_REGKEY" val=""/>
  <p:tag name="MS_PLACEHOLDERID" val="PlaceholderID43035.413171296300309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1532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BA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5Hgaaz6B/FCkFLMsKohZhEEAAAAAAADAAAABAADAAAAAwADAAAAAAD///////8DAAAAAAD///////8DAAEA////////BQAAAAMAEAALn4kCtsaymkCO7cychFQFZAQAAAABAAMAAAACAAMAAAABAAQAAQD///////8FAAAABAAQAAuWse9Gy1pSTo2M57YnieXs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keBprPoH8UKQUsywqiFmEQREYXRhAAUAAAAAAk5hbWUADQAAAExpbmtEYXRhTGlzdAAQVmVyc2lvbgABAAAACUxhc3RXcml0ZQBiMHO0lgEAAAABAP////9hAGEAAAAFX2lkABAAAAAEn4kCtsaymkCO7cychFQFZAREYXRhAAUAAAAAAk5hbWUADQAAAExpbmtEYXRhTGlzdAAQVmVyc2lvbgAAAAAACUxhc3RXcml0ZQA2MHO0lgEAAAACAP////9wAHAAAAAFX2lkABAAAAAElrHvRstaUk6NjOe2J4nl7ANEYXRhABYAAAACUGVyc29uYWxJZAABAAAAAAACTmFtZQALAAAAUGVyc29uYWxJZAAQVmVyc2lvbgAAAAAACUxhc3RXcml0ZQDgMHO0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AFAAAABAAFAAAAAAAFAAAABAADAAEBAwAAAAMA////////DgAGTGlua0RhdGFMaXN0XzAEAAAAAQAFAAAAAAAFAAAAAgAEAAMBAwAAAAQA////////DAAGUGVyc29uYWxJZF8wBAAAAAIABQAAAAIABQAAAAEA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3809702414361"/>
  <p:tag name="EMPOWERCHARTSPROPERTIES_B_LENGTH" val="24576"/>
  <p:tag name="DOWN_MIGRATION_INITIAL_LAYOUT_REQUIRED" val="9.2.99"/>
  <p:tag name="RUNTIME_ID" val="6dbd1fab-4eea-4f72-9b16-c9fe86c83c4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87UxyDgCkNDpLuPQBjRHvkEAAAAAAADAAAAAAADAAAAAwADAAAAAAADAAAABAADAAAAAAADAAAABAADAAEA////////BQAAAAMAEAALcKp4KGujAkqMM0GendNYWwQAAAABAAMAAAACAAMAAAAEAAQAAwD///////8FAAAABAAQAAuEuBTqYnLjSonInvTSZ+a+BAAAAAIAAwAAAAMAAwAAAAEAAwAAAAIA////////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ztTHIOAKQ0Oku49AGNEe+QREYXRhAAUAAAAAAk5hbWUADQAAAExpbmtEYXRhTGlzdAAQVmVyc2lvbgAAAAAACUxhc3RXcml0ZQDoMXO0lgEAAAABAP////9hAGEAAAAFX2lkABAAAAAEcKp4KGujAkqMM0GendNYWwREYXRhAAUAAAAAAk5hbWUADQAAAExpbmtEYXRhTGlzdAAQVmVyc2lvbgABAAAACUxhc3RXcml0ZQDpMXO0lgEAAAACAP////9wAHAAAAAFX2lkABAAAAAEhLgU6mJy40qJyJ700mfmvgNEYXRhABYAAAACUGVyc29uYWxJZAABAAAAAAACTmFtZQALAAAAUGVyc29uYWxJZAAQVmVyc2lvbgAAAAAACUxhc3RXcml0ZQATMnO0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AEAAAAAAAFAAAAAAAFAAAAAwAFAAAAAAAFAAAABAA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3809705449275"/>
  <p:tag name="EMPOWERCHARTSPROPERTIES_B_LENGTH" val="24576"/>
  <p:tag name="DOWN_MIGRATION_INITIAL_LAYOUT_REQUIRED" val="9.2.99"/>
  <p:tag name="RUNTIME_ID" val="dd47032d-9c29-4953-b1b2-60265b63508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BA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5Hgaaz6B/FCkFLMsKohZhEEAAAAAAADAAAABAADAAAAAwADAAAAAAD///////8DAAAAAAD///////8DAAEA////////BQAAAAMAEAALn4kCtsaymkCO7cychFQFZAQAAAABAAMAAAACAAMAAAABAAQAAQD///////8FAAAABAAQAAuWse9Gy1pSTo2M57YnieXs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keBprPoH8UKQUsywqiFmEQREYXRhAAUAAAAAAk5hbWUADQAAAExpbmtEYXRhTGlzdAAQVmVyc2lvbgABAAAACUxhc3RXcml0ZQBiMHO0lgEAAAABAP////9hAGEAAAAFX2lkABAAAAAEn4kCtsaymkCO7cychFQFZAREYXRhAAUAAAAAAk5hbWUADQAAAExpbmtEYXRhTGlzdAAQVmVyc2lvbgAAAAAACUxhc3RXcml0ZQA2MHO0lgEAAAACAP////9wAHAAAAAFX2lkABAAAAAElrHvRstaUk6NjOe2J4nl7ANEYXRhABYAAAACUGVyc29uYWxJZAABAAAAAAACTmFtZQALAAAAUGVyc29uYWxJZAAQVmVyc2lvbgAAAAAACUxhc3RXcml0ZQDgMHO0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AFAAAABAAFAAAAAAAFAAAABAADAAEBAwAAAAMA////////DgAGTGlua0RhdGFMaXN0XzAEAAAAAQAFAAAAAAAFAAAAAgAEAAMBAwAAAAQA////////DAAGUGVyc29uYWxJZF8wBAAAAAIABQAAAAIABQAAAAEA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3809702414361"/>
  <p:tag name="EMPOWERCHARTSPROPERTIES_B_LENGTH" val="24576"/>
  <p:tag name="DOWN_MIGRATION_INITIAL_LAYOUT_REQUIRED" val="9.2.99"/>
  <p:tag name="RUNTIME_ID" val="6dbd1fab-4eea-4f72-9b16-c9fe86c83c46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0941"/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4w02Q5UqpBlA6z77PUYFAEAAAAAAADAAAAAAADAAAABAADAAEA////////BQAAAAMAEAALSRtl9EcN/kihr3b/F5aTpAQAAAABAAMAAAAEAAMAAAABAAQAAQD///////8FAAAABAAQAAugXly4ltDjQKEMuYB9KRws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jDTZDlSqkGUDrPvs9RgUAREYXRhAAUAAAAAAk5hbWUADQAAAExpbmtEYXRhTGlzdAAQVmVyc2lvbgABAAAACUxhc3RXcml0ZQC6ivPElgEAAAABAP////9hAGEAAAAFX2lkABAAAAAESRtl9EcN/kihr3b/F5aTpAREYXRhAAUAAAAAAk5hbWUADQAAAExpbmtEYXRhTGlzdAAQVmVyc2lvbgAAAAAACUxhc3RXcml0ZQC5ivPElgEAAAACAP////9wAHAAAAAFX2lkABAAAAAEoF5cuJbQ40ChDLmAfSkcLANEYXRhABYAAAACUGVyc29uYWxJZAABAAAAAAACTmFtZQALAAAAUGVyc29uYWxJZAAQVmVyc2lvbgAAAAAACUxhc3RXcml0ZQDcivPE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6578173535228"/>
  <p:tag name="EMPOWERCHARTSPROPERTIES_B_LENGTH" val="24576"/>
  <p:tag name="DOWN_MIGRATION_INITIAL_LAYOUT_REQUIRED" val="9.2.99"/>
  <p:tag name="RUNTIME_ID" val="bca221c9-3aa9-46f2-8bfa-64f27a5dd0c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UNIQUEID" val="Slide43724.5300347222086261"/>
  <p:tag name="SLIDELAYOUTNAME" val="Two columns"/>
  <p:tag name="SLIDEAUTOMATIONTYPE" val="Standard"/>
  <p:tag name="AUTOMATIONTAG" val="Two columns"/>
  <p:tag name="SLIDETOCOUTLINELEVEL" val="2"/>
  <p:tag name="SLIDEPROJECTVERSION" val="6.5.15"/>
  <p:tag name="SLIDEISINMEDIASTERLINGPROJECT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747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090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94cd8bf8-8d17-49f4-9526-dc32cc7c1e3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UAAAACABAAC6M4ZweTfv1At6nBsRhfFS4EAAAAAAADAAAAAAADAAAAAwADAAAAAAADAAAAAwADAAAAAAD///////8DAAAAAAD///////8DAAIA////////BQAAAAMAEAALlFaCRsW2pUSSwcRSSMCLYwQAAAABAAMAAAACAAMAAAAEAAMAAAACAP///////wQAAQD///////8FAAAABAAQAAvwjQ34/2eyTrJUvJLLtqZ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ozhnB5N+/UC3qcGxGF8VLgREYXRhAAUAAAAAAk5hbWUADQAAAExpbmtEYXRhTGlzdAAQVmVyc2lvbgAAAAAACUxhc3RXcml0ZQDB22e6nAEAAAABAP////9hAGEAAAAFX2lkABAAAAAElFaCRsW2pUSSwcRSSMCLYwREYXRhAAUAAAAAAk5hbWUADQAAAExpbmtEYXRhTGlzdAAQVmVyc2lvbgABAAAACUxhc3RXcml0ZQDJ22e6nAEAAAACAP////9wAHAAAAAFX2lkABAAAAAE8I0N+P9nsk6yVLySy7amUANEYXRhABYAAAACUGVyc29uYWxJZAABAAAAAAACTmFtZQALAAAAUGVyc29uYWxJZAAQVmVyc2lvbgAAAAAACUxhc3RXcml0ZQA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QBAwAAAAIA////////DgAGTGlua0RhdGFMaXN0XzAEAAAAAAAFAAAAAAAFAAAAAwAFAAAAAAAFAAAAAwAFAAAAAAD///////8FAAAAAAD///////8DAAIBAwAAAAMA////////DgAGTGlua0RhdGFMaXN0XzEEAAAAAQAFAAAAAgAFAAAABAAFAAAAAg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7412005"/>
  <p:tag name="EMPOWERCHARTSPROPERTIES_B_LENGTH" val="24576"/>
  <p:tag name="DOWN_MIGRATION_INITIAL_LAYOUT_REQUIRED" val="9.2.99"/>
  <p:tag name="RUNTIME_ID" val="327b0e50-cbe6-4a45-be58-afed9fabf7d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wujuHm03GpEuWz+1H1VAIoEAAAAAAADAAAABAADAAAAAwADAAAAAAD///////8DAAEA////////BQAAAAMAEAALFZ0tjVw67E6eZxMIyNHkbQQAAAABAAMAAAACAAMAAAABAAQAAQD///////8FAAAABAAQAAsAEE90q6hLQaTuj8EhcoW2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O4ebTcakS5bP7UfVUAigREYXRhAAUAAAAAAk5hbWUADQAAAExpbmtEYXRhTGlzdAAQVmVyc2lvbgAAAAAACUxhc3RXcml0ZQCI3Ge6nAEAAAABAP////9hAGEAAAAFX2lkABAAAAAEFZ0tjVw67E6eZxMIyNHkbQREYXRhAAUAAAAAAk5hbWUADQAAAExpbmtEYXRhTGlzdAAQVmVyc2lvbgABAAAACUxhc3RXcml0ZQCK3Ge6nAEAAAACAP////9wAHAAAAAFX2lkABAAAAAEABBPdKuoS0Gk7o/BIXKFtgNEYXRhABYAAAACUGVyc29uYWxJZAABAAAAAAACTmFtZQALAAAAUGVyc29uYWxJZAAQVmVyc2lvbgAAAAAACUxhc3RXcml0ZQD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BAA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9152674"/>
  <p:tag name="EMPOWERCHARTSPROPERTIES_B_LENGTH" val="24576"/>
  <p:tag name="DOWN_MIGRATION_INITIAL_LAYOUT_REQUIRED" val="9.2.99"/>
  <p:tag name="RUNTIME_ID" val="4acd2cca-9c08-429e-84bd-3f6cabaea345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UNIQUEID" val="Slide43724.5300347222086261"/>
  <p:tag name="SLIDELAYOUTNAME" val="Two columns"/>
  <p:tag name="SLIDEAUTOMATIONTYPE" val="Standard"/>
  <p:tag name="AUTOMATIONTAG" val="Two columns"/>
  <p:tag name="SLIDETOCOUTLINELEVEL" val="2"/>
  <p:tag name="SLIDEPROJECTVERSION" val="6.5.15"/>
  <p:tag name="SLIDEISINMEDIASTERLINGPROJECT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747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090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408b12d5-e43c-4e71-b742-1d801667fe78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UAAAACABAAC6M4ZweTfv1At6nBsRhfFS4EAAAAAAADAAAAAAADAAAAAwADAAAAAAADAAAAAwADAAAAAAD///////8DAAAAAAD///////8DAAIA////////BQAAAAMAEAALlFaCRsW2pUSSwcRSSMCLYwQAAAABAAMAAAACAAMAAAAEAAMAAAACAP///////wQAAQD///////8FAAAABAAQAAvwjQ34/2eyTrJUvJLLtqZ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ozhnB5N+/UC3qcGxGF8VLgREYXRhAAUAAAAAAk5hbWUADQAAAExpbmtEYXRhTGlzdAAQVmVyc2lvbgAAAAAACUxhc3RXcml0ZQDB22e6nAEAAAABAP////9hAGEAAAAFX2lkABAAAAAElFaCRsW2pUSSwcRSSMCLYwREYXRhAAUAAAAAAk5hbWUADQAAAExpbmtEYXRhTGlzdAAQVmVyc2lvbgABAAAACUxhc3RXcml0ZQDJ22e6nAEAAAACAP////9wAHAAAAAFX2lkABAAAAAE8I0N+P9nsk6yVLySy7amUANEYXRhABYAAAACUGVyc29uYWxJZAABAAAAAAACTmFtZQALAAAAUGVyc29uYWxJZAAQVmVyc2lvbgAAAAAACUxhc3RXcml0ZQA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QBAwAAAAIA////////DgAGTGlua0RhdGFMaXN0XzAEAAAAAAAFAAAAAAAFAAAAAwAFAAAAAAAFAAAAAwAFAAAAAAD///////8FAAAAAAD///////8DAAIBAwAAAAMA////////DgAGTGlua0RhdGFMaXN0XzEEAAAAAQAFAAAAAgAFAAAABAAFAAAAAg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7412005"/>
  <p:tag name="EMPOWERCHARTSPROPERTIES_B_LENGTH" val="24576"/>
  <p:tag name="DOWN_MIGRATION_INITIAL_LAYOUT_REQUIRED" val="9.2.99"/>
  <p:tag name="RUNTIME_ID" val="72457739-cd61-43bd-96d9-71987322ccb8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wujuHm03GpEuWz+1H1VAIoEAAAAAAADAAAABAADAAAAAwADAAAAAAD///////8DAAEA////////BQAAAAMAEAALFZ0tjVw67E6eZxMIyNHkbQQAAAABAAMAAAACAAMAAAABAAQAAQD///////8FAAAABAAQAAsAEE90q6hLQaTuj8EhcoW2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O4ebTcakS5bP7UfVUAigREYXRhAAUAAAAAAk5hbWUADQAAAExpbmtEYXRhTGlzdAAQVmVyc2lvbgAAAAAACUxhc3RXcml0ZQCI3Ge6nAEAAAABAP////9hAGEAAAAFX2lkABAAAAAEFZ0tjVw67E6eZxMIyNHkbQREYXRhAAUAAAAAAk5hbWUADQAAAExpbmtEYXRhTGlzdAAQVmVyc2lvbgABAAAACUxhc3RXcml0ZQCK3Ge6nAEAAAACAP////9wAHAAAAAFX2lkABAAAAAEABBPdKuoS0Gk7o/BIXKFtgNEYXRhABYAAAACUGVyc29uYWxJZAABAAAAAAACTmFtZQALAAAAUGVyc29uYWxJZAAQVmVyc2lvbgAAAAAACUxhc3RXcml0ZQD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BAA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9152674"/>
  <p:tag name="EMPOWERCHARTSPROPERTIES_B_LENGTH" val="24576"/>
  <p:tag name="DOWN_MIGRATION_INITIAL_LAYOUT_REQUIRED" val="9.2.99"/>
  <p:tag name="RUNTIME_ID" val="2a5a939e-ba00-4db7-a004-4ba2fc15d82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wujuHm03GpEuWz+1H1VAIoEAAAAAAADAAAABAADAAAAAwADAAAAAAD///////8DAAEA////////BQAAAAMAEAALFZ0tjVw67E6eZxMIyNHkbQQAAAABAAMAAAACAAMAAAABAAQAAQD///////8FAAAABAAQAAsAEE90q6hLQaTuj8EhcoW2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O4ebTcakS5bP7UfVUAigREYXRhAAUAAAAAAk5hbWUADQAAAExpbmtEYXRhTGlzdAAQVmVyc2lvbgAAAAAACUxhc3RXcml0ZQCI3Ge6nAEAAAABAP////9hAGEAAAAFX2lkABAAAAAEFZ0tjVw67E6eZxMIyNHkbQREYXRhAAUAAAAAAk5hbWUADQAAAExpbmtEYXRhTGlzdAAQVmVyc2lvbgABAAAACUxhc3RXcml0ZQCK3Ge6nAEAAAACAP////9wAHAAAAAFX2lkABAAAAAEABBPdKuoS0Gk7o/BIXKFtgNEYXRhABYAAAACUGVyc29uYWxJZAABAAAAAAACTmFtZQALAAAAUGVyc29uYWxJZAAQVmVyc2lvbgAAAAAACUxhc3RXcml0ZQD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BAA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9152674"/>
  <p:tag name="EMPOWERCHARTSPROPERTIES_B_LENGTH" val="24576"/>
  <p:tag name="DOWN_MIGRATION_INITIAL_LAYOUT_REQUIRED" val="9.2.99"/>
  <p:tag name="RUNTIME_ID" val="4acd2cca-9c08-429e-84bd-3f6cabaea34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wujuHm03GpEuWz+1H1VAIoEAAAAAAADAAAABAADAAAAAwADAAAAAAD///////8DAAEA////////BQAAAAMAEAALFZ0tjVw67E6eZxMIyNHkbQQAAAABAAMAAAACAAMAAAABAAQAAQD///////8FAAAABAAQAAsAEE90q6hLQaTuj8EhcoW2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O4ebTcakS5bP7UfVUAigREYXRhAAUAAAAAAk5hbWUADQAAAExpbmtEYXRhTGlzdAAQVmVyc2lvbgAAAAAACUxhc3RXcml0ZQCI3Ge6nAEAAAABAP////9hAGEAAAAFX2lkABAAAAAEFZ0tjVw67E6eZxMIyNHkbQREYXRhAAUAAAAAAk5hbWUADQAAAExpbmtEYXRhTGlzdAAQVmVyc2lvbgABAAAACUxhc3RXcml0ZQCK3Ge6nAEAAAACAP////9wAHAAAAAFX2lkABAAAAAEABBPdKuoS0Gk7o/BIXKFtgNEYXRhABYAAAACUGVyc29uYWxJZAABAAAAAAACTmFtZQALAAAAUGVyc29uYWxJZAAQVmVyc2lvbgAAAAAACUxhc3RXcml0ZQD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BAA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9152674"/>
  <p:tag name="EMPOWERCHARTSPROPERTIES_B_LENGTH" val="24576"/>
  <p:tag name="DOWN_MIGRATION_INITIAL_LAYOUT_REQUIRED" val="9.2.99"/>
  <p:tag name="RUNTIME_ID" val="4acd2cca-9c08-429e-84bd-3f6cabaea345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wujuHm03GpEuWz+1H1VAIoEAAAAAAADAAAABAADAAAAAwADAAAAAAD///////8DAAEA////////BQAAAAMAEAALFZ0tjVw67E6eZxMIyNHkbQQAAAABAAMAAAACAAMAAAABAAQAAQD///////8FAAAABAAQAAsAEE90q6hLQaTuj8EhcoW2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O4ebTcakS5bP7UfVUAigREYXRhAAUAAAAAAk5hbWUADQAAAExpbmtEYXRhTGlzdAAQVmVyc2lvbgAAAAAACUxhc3RXcml0ZQCI3Ge6nAEAAAABAP////9hAGEAAAAFX2lkABAAAAAEFZ0tjVw67E6eZxMIyNHkbQREYXRhAAUAAAAAAk5hbWUADQAAAExpbmtEYXRhTGlzdAAQVmVyc2lvbgABAAAACUxhc3RXcml0ZQCK3Ge6nAEAAAACAP////9wAHAAAAAFX2lkABAAAAAEABBPdKuoS0Gk7o/BIXKFtgNEYXRhABYAAAACUGVyc29uYWxJZAABAAAAAAACTmFtZQALAAAAUGVyc29uYWxJZAAQVmVyc2lvbgAAAAAACUxhc3RXcml0ZQDQ3Ge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AFAAAABAA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06949152674"/>
  <p:tag name="EMPOWERCHARTSPROPERTIES_B_LENGTH" val="24576"/>
  <p:tag name="DOWN_MIGRATION_INITIAL_LAYOUT_REQUIRED" val="9.2.99"/>
  <p:tag name="RUNTIME_ID" val="4acd2cca-9c08-429e-84bd-3f6cabaea34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UNIQUEID" val="Slide43724.5300347222086261"/>
  <p:tag name="SLIDELAYOUTNAME" val="Two columns"/>
  <p:tag name="SLIDEAUTOMATIONTYPE" val="Standard"/>
  <p:tag name="AUTOMATIONTAG" val="Two columns"/>
  <p:tag name="SLIDETOCOUTLINELEVEL" val="2"/>
  <p:tag name="SLIDEPROJECTVERSION" val="6.5.15"/>
  <p:tag name="SLIDEISINMEDIASTERLINGPROJECT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747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090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/////wUAtgsAAAAAAAAAAAAAIAD///////////////8AAAD///////////////8DAAAAAgD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59kTGhZvRRGt7vHI79pHCYEAAAAAAADAAAAAAADAAAABAADAAAAAAADAAAABAADAAMA////////BQAAAAMAEAALkbprqqama0+hOzkSN2vVUgQAAAABAAMAAAAEAAMAAAABAAMAAAAEAP///////wMAAAAEAP///////wQABgD///////8FAAAABAAQAAvbSPyBRbrtQISlANVjx9OaBAAAAAIAAwAAAAIAAwAAAAMAAwAAAAIAAwAAAAMAAwAAAAAAAwAAAAMA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n2RMaFm9FEa3u8cjv2kcJgREYXRhAAUAAAAAAk5hbWUADQAAAExpbmtEYXRhTGlzdAAQVmVyc2lvbgABAAAACUxhc3RXcml0ZQDh8nG6nAEAAAABAP////9hAGEAAAAFX2lkABAAAAAEkbprqqama0+hOzkSN2vVUgREYXRhAAUAAAAAAk5hbWUADQAAAExpbmtEYXRhTGlzdAAQVmVyc2lvbgAAAAAACUxhc3RXcml0ZQDQ8nG6nAEAAAACAP////9wAHAAAAAFX2lkABAAAAAE20j8gUW67UCEpQDVY8fTmgNEYXRhABYAAAACUGVyc29uYWxJZAABAAAAAAACTmFtZQALAAAAUGVyc29uYWxJZAAQVmVyc2lvbgAAAAAACUxhc3RXcml0ZQDi9HG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i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wAFAAAABAADAAMBAwAAAAMA////////DgAGTGlua0RhdGFMaXN0XzAEAAAAAQAFAAAAAAAFAAAAAgAFAAAAAAAFAAAAAgAFAAAAAAAFAAAABAAEAAMBAwAAAAQA////////DAAGUGVyc29uYWxJZF8wBAAAAAIABQAAAAIABQAAAAEABQAAAAIA////////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13564703822"/>
  <p:tag name="EMPOWERCHARTSPROPERTIES_B_LENGTH" val="24576"/>
  <p:tag name="DOWN_MIGRATION_INITIAL_LAYOUT_REQUIRED" val="9.2.99"/>
  <p:tag name="RUNTIME_ID" val="b05ad2be-7bda-42db-a4bb-e41e1caa4ce9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8RXTr6MnJ9JvAiD51cjdDwEAAAAAAADAAAABAADAAAAAwADAAAAAAD///////8DAAEA////////BQAAAAMAEAALqTAY2whrd0y3V87QXBBnHAQAAAABAAMAAAACAAMAAAABAAQAAQD///////8FAAAABAAQAAu1cKulsM0tS7z6U5qbGhG5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xFdOvoycn0m8CIPnVyN0PAREYXRhAAUAAAAAAk5hbWUADQAAAExpbmtEYXRhTGlzdAAQVmVyc2lvbgABAAAACUxhc3RXcml0ZQDf9XG6nAEAAAABAP////9hAGEAAAAFX2lkABAAAAAEqTAY2whrd0y3V87QXBBnHAREYXRhAAUAAAAAAk5hbWUADQAAAExpbmtEYXRhTGlzdAAQVmVyc2lvbgAAAAAACUxhc3RXcml0ZQDd9XG6nAEAAAACAP////9wAHAAAAAFX2lkABAAAAAEtXCrpbDNLUu8+lOamxoRuQNEYXRhABYAAAACUGVyc29uYWxJZAABAAAAAAACTmFtZQALAAAAUGVyc29uYWxJZAAQVmVyc2lvbgAAAAAACUxhc3RXcml0ZQAW9nG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13567820342"/>
  <p:tag name="EMPOWERCHARTSPROPERTIES_B_LENGTH" val="24576"/>
  <p:tag name="DOWN_MIGRATION_INITIAL_LAYOUT_REQUIRED" val="9.2.99"/>
  <p:tag name="RUNTIME_ID" val="d37b0efe-de3b-4040-99c2-ff7bb8f4ae5c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5b6325ad-e17f-4e52-955e-5e363748e589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/////wUA5gsAAAAAAAAAAAAAIAD///////////////8AAAD///////////////8DAAAAAgD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NnqBdB5u5Lvp5buh3GgqAEAAAAAAADAAAAAAADAAAAAwADAAEA////////BQAAAAMAEAALwi0CS369vUiAT1JRA+funAQAAAABAAMAAAACAAMAAAAEAAQABQD///////8FAAAABAAQAAuLvdt/jzxQRbEFj8zU/sg9BAAAAAIAAwAAAAMAAwAAAAEAAwAAAAA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M2eoF0Hm7ku+nlu6HcaCoAREYXRhAAUAAAAAAk5hbWUADQAAAExpbmtEYXRhTGlzdAAQVmVyc2lvbgAAAAAACUxhc3RXcml0ZQAptpXVlgEAAAABAP////9hAGEAAAAFX2lkABAAAAAEwi0CS369vUiAT1JRA+funAREYXRhAAUAAAAAAk5hbWUADQAAAExpbmtEYXRhTGlzdAAQVmVyc2lvbgABAAAACUxhc3RXcml0ZQArtpXVlgEAAAACAP////9wAHAAAAAFX2lkABAAAAAEi73bf488UEWxBY/M1P7IPQNEYXRhABYAAAACUGVyc29uYWxJZAABAAAAAAACTmFtZQALAAAAUGVyc29uYWxJZAAQVmVyc2lvbgAAAAAACUxhc3RXcml0ZQBgtpXV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IBAwAAAAQA////////DAAGUGVyc29uYWxJZF8wBAAAAAIABQAAAAM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9368807686367"/>
  <p:tag name="EMPOWERCHARTSPROPERTIES_B_LENGTH" val="24576"/>
  <p:tag name="DOWN_MIGRATION_INITIAL_LAYOUT_REQUIRED" val="9.2.99"/>
  <p:tag name="RUNTIME_ID" val="408b12d5-e43c-4e71-b742-1d801667fe78"/>
</p:tagLst>
</file>

<file path=ppt/theme/theme1.xml><?xml version="1.0" encoding="utf-8"?>
<a:theme xmlns:a="http://schemas.openxmlformats.org/drawingml/2006/main" name="Grant Thornton US_Report Template">
  <a:themeElements>
    <a:clrScheme name="GT template">
      <a:dk1>
        <a:srgbClr val="262626"/>
      </a:dk1>
      <a:lt1>
        <a:sysClr val="window" lastClr="FFFFFF"/>
      </a:lt1>
      <a:dk2>
        <a:srgbClr val="4F2D7F"/>
      </a:dk2>
      <a:lt2>
        <a:srgbClr val="009B76"/>
      </a:lt2>
      <a:accent1>
        <a:srgbClr val="C30045"/>
      </a:accent1>
      <a:accent2>
        <a:srgbClr val="EAAB00"/>
      </a:accent2>
      <a:accent3>
        <a:srgbClr val="7AB800"/>
      </a:accent3>
      <a:accent4>
        <a:srgbClr val="006D55"/>
      </a:accent4>
      <a:accent5>
        <a:srgbClr val="E7DED0"/>
      </a:accent5>
      <a:accent6>
        <a:srgbClr val="7F7F7F"/>
      </a:accent6>
      <a:hlink>
        <a:srgbClr val="009B76"/>
      </a:hlink>
      <a:folHlink>
        <a:srgbClr val="4F2D7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6350"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800" dirty="0" err="1" smtClean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4000" tIns="54000" rIns="54000" bIns="54000" rtlCol="0">
        <a:spAutoFit/>
      </a:bodyPr>
      <a:lstStyle>
        <a:defPPr>
          <a:defRPr sz="105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rant Thornton UK_R&amp;R Report Template.potx" id="{E97C4F6E-9418-45C7-B83A-9BC6495B70C1}" vid="{79428566-F273-4178-AF6C-FB9CD0A18272}"/>
    </a:ext>
  </a:extLst>
</a:theme>
</file>

<file path=ppt/theme/theme2.xml><?xml version="1.0" encoding="utf-8"?>
<a:theme xmlns:a="http://schemas.openxmlformats.org/drawingml/2006/main" name="Bid Landscape A4_Purple-Teal_Logo with strapline">
  <a:themeElements>
    <a:clrScheme name="_Purple-Teal">
      <a:dk1>
        <a:sysClr val="windowText" lastClr="000000"/>
      </a:dk1>
      <a:lt1>
        <a:sysClr val="window" lastClr="FFFFFF"/>
      </a:lt1>
      <a:dk2>
        <a:srgbClr val="4F2D7F"/>
      </a:dk2>
      <a:lt2>
        <a:srgbClr val="FFFFFF"/>
      </a:lt2>
      <a:accent1>
        <a:srgbClr val="4F2D7F"/>
      </a:accent1>
      <a:accent2>
        <a:srgbClr val="9581B2"/>
      </a:accent2>
      <a:accent3>
        <a:srgbClr val="00A7B5"/>
      </a:accent3>
      <a:accent4>
        <a:srgbClr val="66CAD3"/>
      </a:accent4>
      <a:accent5>
        <a:srgbClr val="C8BEAF"/>
      </a:accent5>
      <a:accent6>
        <a:srgbClr val="E9E5DF"/>
      </a:accent6>
      <a:hlink>
        <a:srgbClr val="4F2D7F"/>
      </a:hlink>
      <a:folHlink>
        <a:srgbClr val="4F2D7F"/>
      </a:folHlink>
    </a:clrScheme>
    <a:fontScheme name="_Grant_Thornt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600" b="0" i="0" kern="1200" dirty="0" smtClean="0">
            <a:solidFill>
              <a:schemeClr val="tx1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d Landscape A4_Purple-Teal_Logo with strapline" id="{763C840A-909D-4996-83C9-F8F52EFEC32E}" vid="{9D37DB68-18BB-4F36-8EF2-FF71F96967A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319EC04F146549A69B9240AA099FD0" ma:contentTypeVersion="11" ma:contentTypeDescription="Create a new document." ma:contentTypeScope="" ma:versionID="7b993f8cc1bbfb44c24dd749210fdb99">
  <xsd:schema xmlns:xsd="http://www.w3.org/2001/XMLSchema" xmlns:xs="http://www.w3.org/2001/XMLSchema" xmlns:p="http://schemas.microsoft.com/office/2006/metadata/properties" xmlns:ns2="55b39922-5115-4395-b2b6-c01d9b6023d9" xmlns:ns3="1362d4ca-3fe7-4746-9f37-169c8caad4f3" targetNamespace="http://schemas.microsoft.com/office/2006/metadata/properties" ma:root="true" ma:fieldsID="c239020410cd55014d4a7419afbfcbba" ns2:_="" ns3:_="">
    <xsd:import namespace="55b39922-5115-4395-b2b6-c01d9b6023d9"/>
    <xsd:import namespace="1362d4ca-3fe7-4746-9f37-169c8caad4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9922-5115-4395-b2b6-c01d9b6023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4583ca7-8143-46ce-84ee-84b6993cef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62d4ca-3fe7-4746-9f37-169c8caad4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b46701a-cd3a-4338-b90b-83041bafcf69}" ma:internalName="TaxCatchAll" ma:showField="CatchAllData" ma:web="1362d4ca-3fe7-4746-9f37-169c8caad4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b39922-5115-4395-b2b6-c01d9b6023d9">
      <Terms xmlns="http://schemas.microsoft.com/office/infopath/2007/PartnerControls"/>
    </lcf76f155ced4ddcb4097134ff3c332f>
    <TaxCatchAll xmlns="1362d4ca-3fe7-4746-9f37-169c8caad4f3" xsi:nil="true"/>
  </documentManagement>
</p:properties>
</file>

<file path=customXml/itemProps1.xml><?xml version="1.0" encoding="utf-8"?>
<ds:datastoreItem xmlns:ds="http://schemas.openxmlformats.org/officeDocument/2006/customXml" ds:itemID="{E39B0F7E-5586-43CE-BBA6-18F9366234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24741A-E202-410F-971D-095623E9C664}"/>
</file>

<file path=customXml/itemProps3.xml><?xml version="1.0" encoding="utf-8"?>
<ds:datastoreItem xmlns:ds="http://schemas.openxmlformats.org/officeDocument/2006/customXml" ds:itemID="{B8350258-B9B8-4651-94E2-F053DE6BD6FC}">
  <ds:schemaRefs>
    <ds:schemaRef ds:uri="252ca33d-ee36-4e0d-acd4-f684d94a7613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e116349b-bd0b-4b4c-a410-637ec4b6fb85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517c203-d304-4f94-a45a-4928d8df9c3a}" enabled="1" method="Privileged" siteId="{82d9395f-8cb7-4600-9198-55ddb3da4c3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Grant Thornton UK_R&amp;R Report Template</Template>
  <TotalTime>43</TotalTime>
  <Words>396</Words>
  <Application>Microsoft Office PowerPoint</Application>
  <PresentationFormat>A4 Paper (210x297 mm)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Garamond</vt:lpstr>
      <vt:lpstr>Symbol</vt:lpstr>
      <vt:lpstr>Grant Thornton US_Report Template</vt:lpstr>
      <vt:lpstr>Bid Landscape A4_Purple-Teal_Logo with strapline</vt:lpstr>
      <vt:lpstr>PowerPoint Presentation</vt:lpstr>
      <vt:lpstr>Transactions</vt:lpstr>
      <vt:lpstr>Transactions</vt:lpstr>
      <vt:lpstr>Transactions</vt:lpstr>
      <vt:lpstr>Transactions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Kaluba Chipulu</dc:creator>
  <cp:lastModifiedBy>Kaluba Chipulu</cp:lastModifiedBy>
  <cp:revision>1</cp:revision>
  <cp:lastPrinted>2015-08-03T13:02:54Z</cp:lastPrinted>
  <dcterms:created xsi:type="dcterms:W3CDTF">2024-10-10T11:48:16Z</dcterms:created>
  <dcterms:modified xsi:type="dcterms:W3CDTF">2026-03-04T20:04:55Z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0x01010015319EC04F146549A69B9240AA099FD0</vt:lpwstr>
  </property>
  <property fmtid="{D5CDD505-2E9C-101B-9397-08002B2CF9AE}" pid="3" name="MediaServiceImageTags">
    <vt:lpwstr/>
  </property>
</Properties>
</file>